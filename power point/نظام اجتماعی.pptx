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A23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12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84C1A-5929-228A-4766-8E5CAA91D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0F0B28-CBD7-5B7D-77C7-10F9C6469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A3335-E4D5-ACFB-407F-C23A4E950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BAC9-8CF4-475A-8452-B951A43C5B2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F9636-94F2-4A87-AB3E-19C469F0A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947F1-0B53-EC43-D7ED-0EF8A98B6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1F11-144B-45A5-90A8-72B9608F5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58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6D20F-3D32-6E90-61BE-2355348F2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D87F6-4516-7417-6D0B-1434190D6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210B3-D485-2A09-1A4B-EE9147B13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BAC9-8CF4-475A-8452-B951A43C5B2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C34DD-B928-2028-3EF8-07C7D4733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C0C6C-26AA-E9E7-5672-81B736170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1F11-144B-45A5-90A8-72B9608F5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056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132C4-D1A6-C295-1F59-55734DE33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9802F-5F8C-C25D-7FE2-012A59102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AA9C3-7D06-5BB5-08DB-F254AE81C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BAC9-8CF4-475A-8452-B951A43C5B2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12F9C-833E-E83F-630E-DFB5001ED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2182C-7EE0-89C4-7C43-755432C27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1F11-144B-45A5-90A8-72B9608F5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428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779A-6219-3DA4-E304-1BB49496C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1995A-333D-E96B-FCA1-122D4B962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4F12E8-2862-586A-2893-B9D7CCDCE5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308777-2190-2D73-F867-AF14D858B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BAC9-8CF4-475A-8452-B951A43C5B2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24E0BD-CEB4-6B52-E6EA-16783C37A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03E4FA-B864-FB4D-96D3-3A807A8F0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1F11-144B-45A5-90A8-72B9608F5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259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0B901-FDC4-CD81-D9EF-97FA0E8A0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F3E57-D7FB-AE03-1BEE-89888CD9B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6327CF-54DC-3A8E-4EB6-8F798E7A6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F577D4-22ED-9498-2DB3-7685266855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07CA98-6517-4227-6A89-3BE8DE5B1C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3C3BBA-9111-ABE2-134E-453BB31D1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BAC9-8CF4-475A-8452-B951A43C5B2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B72ED9-B73A-0064-0B83-3C307EF68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322370-E52C-7579-E78B-B60BF499B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1F11-144B-45A5-90A8-72B9608F5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89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466B3-88C6-5143-9F12-8ADD44BEB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7F951B-3EC6-D337-1C4D-F8394E299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BAC9-8CF4-475A-8452-B951A43C5B2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1D59EA-28B2-C64F-9FB2-CEF7E2F03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B5C2A4-0EDA-70D9-1782-8DEBE404F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1F11-144B-45A5-90A8-72B9608F5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88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6EF771-080F-DA61-C91D-BA4DD1302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BAC9-8CF4-475A-8452-B951A43C5B2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DCECBF-1F0E-DE04-3B5C-5AF08BC51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67FD69-6EEF-6669-799A-D6BF51826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1F11-144B-45A5-90A8-72B9608F5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800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62B6F90-5AD7-54F3-387C-D9402812F43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950765" y="1894901"/>
            <a:ext cx="1905919" cy="2093204"/>
          </a:xfrm>
          <a:custGeom>
            <a:avLst/>
            <a:gdLst>
              <a:gd name="connsiteX0" fmla="*/ 60399 w 1905919"/>
              <a:gd name="connsiteY0" fmla="*/ 0 h 2093204"/>
              <a:gd name="connsiteX1" fmla="*/ 1845520 w 1905919"/>
              <a:gd name="connsiteY1" fmla="*/ 0 h 2093204"/>
              <a:gd name="connsiteX2" fmla="*/ 1905919 w 1905919"/>
              <a:gd name="connsiteY2" fmla="*/ 60399 h 2093204"/>
              <a:gd name="connsiteX3" fmla="*/ 1905919 w 1905919"/>
              <a:gd name="connsiteY3" fmla="*/ 2032805 h 2093204"/>
              <a:gd name="connsiteX4" fmla="*/ 1845520 w 1905919"/>
              <a:gd name="connsiteY4" fmla="*/ 2093204 h 2093204"/>
              <a:gd name="connsiteX5" fmla="*/ 60399 w 1905919"/>
              <a:gd name="connsiteY5" fmla="*/ 2093204 h 2093204"/>
              <a:gd name="connsiteX6" fmla="*/ 0 w 1905919"/>
              <a:gd name="connsiteY6" fmla="*/ 2032805 h 2093204"/>
              <a:gd name="connsiteX7" fmla="*/ 0 w 1905919"/>
              <a:gd name="connsiteY7" fmla="*/ 60399 h 2093204"/>
              <a:gd name="connsiteX8" fmla="*/ 60399 w 1905919"/>
              <a:gd name="connsiteY8" fmla="*/ 0 h 209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05919" h="2093204">
                <a:moveTo>
                  <a:pt x="60399" y="0"/>
                </a:moveTo>
                <a:lnTo>
                  <a:pt x="1845520" y="0"/>
                </a:lnTo>
                <a:cubicBezTo>
                  <a:pt x="1878877" y="0"/>
                  <a:pt x="1905919" y="27042"/>
                  <a:pt x="1905919" y="60399"/>
                </a:cubicBezTo>
                <a:lnTo>
                  <a:pt x="1905919" y="2032805"/>
                </a:lnTo>
                <a:cubicBezTo>
                  <a:pt x="1905919" y="2066162"/>
                  <a:pt x="1878877" y="2093204"/>
                  <a:pt x="1845520" y="2093204"/>
                </a:cubicBezTo>
                <a:lnTo>
                  <a:pt x="60399" y="2093204"/>
                </a:lnTo>
                <a:cubicBezTo>
                  <a:pt x="27042" y="2093204"/>
                  <a:pt x="0" y="2066162"/>
                  <a:pt x="0" y="2032805"/>
                </a:cubicBezTo>
                <a:lnTo>
                  <a:pt x="0" y="60399"/>
                </a:lnTo>
                <a:cubicBezTo>
                  <a:pt x="0" y="27042"/>
                  <a:pt x="27042" y="0"/>
                  <a:pt x="60399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44886A18-7760-C850-681E-9CBBF8A6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066003" y="1894901"/>
            <a:ext cx="1905919" cy="2093204"/>
          </a:xfrm>
          <a:custGeom>
            <a:avLst/>
            <a:gdLst>
              <a:gd name="connsiteX0" fmla="*/ 60399 w 1905919"/>
              <a:gd name="connsiteY0" fmla="*/ 0 h 2093204"/>
              <a:gd name="connsiteX1" fmla="*/ 1845520 w 1905919"/>
              <a:gd name="connsiteY1" fmla="*/ 0 h 2093204"/>
              <a:gd name="connsiteX2" fmla="*/ 1905919 w 1905919"/>
              <a:gd name="connsiteY2" fmla="*/ 60399 h 2093204"/>
              <a:gd name="connsiteX3" fmla="*/ 1905919 w 1905919"/>
              <a:gd name="connsiteY3" fmla="*/ 2032805 h 2093204"/>
              <a:gd name="connsiteX4" fmla="*/ 1845520 w 1905919"/>
              <a:gd name="connsiteY4" fmla="*/ 2093204 h 2093204"/>
              <a:gd name="connsiteX5" fmla="*/ 60399 w 1905919"/>
              <a:gd name="connsiteY5" fmla="*/ 2093204 h 2093204"/>
              <a:gd name="connsiteX6" fmla="*/ 0 w 1905919"/>
              <a:gd name="connsiteY6" fmla="*/ 2032805 h 2093204"/>
              <a:gd name="connsiteX7" fmla="*/ 0 w 1905919"/>
              <a:gd name="connsiteY7" fmla="*/ 60399 h 2093204"/>
              <a:gd name="connsiteX8" fmla="*/ 60399 w 1905919"/>
              <a:gd name="connsiteY8" fmla="*/ 0 h 209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05919" h="2093204">
                <a:moveTo>
                  <a:pt x="60399" y="0"/>
                </a:moveTo>
                <a:lnTo>
                  <a:pt x="1845520" y="0"/>
                </a:lnTo>
                <a:cubicBezTo>
                  <a:pt x="1878877" y="0"/>
                  <a:pt x="1905919" y="27042"/>
                  <a:pt x="1905919" y="60399"/>
                </a:cubicBezTo>
                <a:lnTo>
                  <a:pt x="1905919" y="2032805"/>
                </a:lnTo>
                <a:cubicBezTo>
                  <a:pt x="1905919" y="2066162"/>
                  <a:pt x="1878877" y="2093204"/>
                  <a:pt x="1845520" y="2093204"/>
                </a:cubicBezTo>
                <a:lnTo>
                  <a:pt x="60399" y="2093204"/>
                </a:lnTo>
                <a:cubicBezTo>
                  <a:pt x="27042" y="2093204"/>
                  <a:pt x="0" y="2066162"/>
                  <a:pt x="0" y="2032805"/>
                </a:cubicBezTo>
                <a:lnTo>
                  <a:pt x="0" y="60399"/>
                </a:lnTo>
                <a:cubicBezTo>
                  <a:pt x="0" y="27042"/>
                  <a:pt x="27042" y="0"/>
                  <a:pt x="60399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8E504AD-824B-6E1B-5BFC-C60A0323D15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181241" y="1894901"/>
            <a:ext cx="1905919" cy="2093204"/>
          </a:xfrm>
          <a:custGeom>
            <a:avLst/>
            <a:gdLst>
              <a:gd name="connsiteX0" fmla="*/ 60399 w 1905919"/>
              <a:gd name="connsiteY0" fmla="*/ 0 h 2093204"/>
              <a:gd name="connsiteX1" fmla="*/ 1845520 w 1905919"/>
              <a:gd name="connsiteY1" fmla="*/ 0 h 2093204"/>
              <a:gd name="connsiteX2" fmla="*/ 1905919 w 1905919"/>
              <a:gd name="connsiteY2" fmla="*/ 60399 h 2093204"/>
              <a:gd name="connsiteX3" fmla="*/ 1905919 w 1905919"/>
              <a:gd name="connsiteY3" fmla="*/ 2032805 h 2093204"/>
              <a:gd name="connsiteX4" fmla="*/ 1845520 w 1905919"/>
              <a:gd name="connsiteY4" fmla="*/ 2093204 h 2093204"/>
              <a:gd name="connsiteX5" fmla="*/ 60399 w 1905919"/>
              <a:gd name="connsiteY5" fmla="*/ 2093204 h 2093204"/>
              <a:gd name="connsiteX6" fmla="*/ 0 w 1905919"/>
              <a:gd name="connsiteY6" fmla="*/ 2032805 h 2093204"/>
              <a:gd name="connsiteX7" fmla="*/ 0 w 1905919"/>
              <a:gd name="connsiteY7" fmla="*/ 60399 h 2093204"/>
              <a:gd name="connsiteX8" fmla="*/ 60399 w 1905919"/>
              <a:gd name="connsiteY8" fmla="*/ 0 h 209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05919" h="2093204">
                <a:moveTo>
                  <a:pt x="60399" y="0"/>
                </a:moveTo>
                <a:lnTo>
                  <a:pt x="1845520" y="0"/>
                </a:lnTo>
                <a:cubicBezTo>
                  <a:pt x="1878877" y="0"/>
                  <a:pt x="1905919" y="27042"/>
                  <a:pt x="1905919" y="60399"/>
                </a:cubicBezTo>
                <a:lnTo>
                  <a:pt x="1905919" y="2032805"/>
                </a:lnTo>
                <a:cubicBezTo>
                  <a:pt x="1905919" y="2066162"/>
                  <a:pt x="1878877" y="2093204"/>
                  <a:pt x="1845520" y="2093204"/>
                </a:cubicBezTo>
                <a:lnTo>
                  <a:pt x="60399" y="2093204"/>
                </a:lnTo>
                <a:cubicBezTo>
                  <a:pt x="27042" y="2093204"/>
                  <a:pt x="0" y="2066162"/>
                  <a:pt x="0" y="2032805"/>
                </a:cubicBezTo>
                <a:lnTo>
                  <a:pt x="0" y="60399"/>
                </a:lnTo>
                <a:cubicBezTo>
                  <a:pt x="0" y="27042"/>
                  <a:pt x="27042" y="0"/>
                  <a:pt x="60399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B7D101B5-DB8E-B851-7495-16C5CC7F78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35527" y="1894901"/>
            <a:ext cx="1905919" cy="2093204"/>
          </a:xfrm>
          <a:custGeom>
            <a:avLst/>
            <a:gdLst>
              <a:gd name="connsiteX0" fmla="*/ 60399 w 1905919"/>
              <a:gd name="connsiteY0" fmla="*/ 0 h 2093204"/>
              <a:gd name="connsiteX1" fmla="*/ 1845520 w 1905919"/>
              <a:gd name="connsiteY1" fmla="*/ 0 h 2093204"/>
              <a:gd name="connsiteX2" fmla="*/ 1905919 w 1905919"/>
              <a:gd name="connsiteY2" fmla="*/ 60399 h 2093204"/>
              <a:gd name="connsiteX3" fmla="*/ 1905919 w 1905919"/>
              <a:gd name="connsiteY3" fmla="*/ 2032805 h 2093204"/>
              <a:gd name="connsiteX4" fmla="*/ 1845520 w 1905919"/>
              <a:gd name="connsiteY4" fmla="*/ 2093204 h 2093204"/>
              <a:gd name="connsiteX5" fmla="*/ 60399 w 1905919"/>
              <a:gd name="connsiteY5" fmla="*/ 2093204 h 2093204"/>
              <a:gd name="connsiteX6" fmla="*/ 0 w 1905919"/>
              <a:gd name="connsiteY6" fmla="*/ 2032805 h 2093204"/>
              <a:gd name="connsiteX7" fmla="*/ 0 w 1905919"/>
              <a:gd name="connsiteY7" fmla="*/ 60399 h 2093204"/>
              <a:gd name="connsiteX8" fmla="*/ 60399 w 1905919"/>
              <a:gd name="connsiteY8" fmla="*/ 0 h 209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05919" h="2093204">
                <a:moveTo>
                  <a:pt x="60399" y="0"/>
                </a:moveTo>
                <a:lnTo>
                  <a:pt x="1845520" y="0"/>
                </a:lnTo>
                <a:cubicBezTo>
                  <a:pt x="1878877" y="0"/>
                  <a:pt x="1905919" y="27042"/>
                  <a:pt x="1905919" y="60399"/>
                </a:cubicBezTo>
                <a:lnTo>
                  <a:pt x="1905919" y="2032805"/>
                </a:lnTo>
                <a:cubicBezTo>
                  <a:pt x="1905919" y="2066162"/>
                  <a:pt x="1878877" y="2093204"/>
                  <a:pt x="1845520" y="2093204"/>
                </a:cubicBezTo>
                <a:lnTo>
                  <a:pt x="60399" y="2093204"/>
                </a:lnTo>
                <a:cubicBezTo>
                  <a:pt x="27042" y="2093204"/>
                  <a:pt x="0" y="2066162"/>
                  <a:pt x="0" y="2032805"/>
                </a:cubicBezTo>
                <a:lnTo>
                  <a:pt x="0" y="60399"/>
                </a:lnTo>
                <a:cubicBezTo>
                  <a:pt x="0" y="27042"/>
                  <a:pt x="27042" y="0"/>
                  <a:pt x="60399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7907124-640C-6B92-7A9F-CF48C33C92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1" y="1233889"/>
            <a:ext cx="2530207" cy="3415229"/>
          </a:xfrm>
          <a:custGeom>
            <a:avLst/>
            <a:gdLst>
              <a:gd name="connsiteX0" fmla="*/ 80182 w 2530207"/>
              <a:gd name="connsiteY0" fmla="*/ 0 h 3415229"/>
              <a:gd name="connsiteX1" fmla="*/ 2450025 w 2530207"/>
              <a:gd name="connsiteY1" fmla="*/ 0 h 3415229"/>
              <a:gd name="connsiteX2" fmla="*/ 2530207 w 2530207"/>
              <a:gd name="connsiteY2" fmla="*/ 80182 h 3415229"/>
              <a:gd name="connsiteX3" fmla="*/ 2530207 w 2530207"/>
              <a:gd name="connsiteY3" fmla="*/ 3335047 h 3415229"/>
              <a:gd name="connsiteX4" fmla="*/ 2450025 w 2530207"/>
              <a:gd name="connsiteY4" fmla="*/ 3415229 h 3415229"/>
              <a:gd name="connsiteX5" fmla="*/ 80182 w 2530207"/>
              <a:gd name="connsiteY5" fmla="*/ 3415229 h 3415229"/>
              <a:gd name="connsiteX6" fmla="*/ 0 w 2530207"/>
              <a:gd name="connsiteY6" fmla="*/ 3335047 h 3415229"/>
              <a:gd name="connsiteX7" fmla="*/ 0 w 2530207"/>
              <a:gd name="connsiteY7" fmla="*/ 80182 h 3415229"/>
              <a:gd name="connsiteX8" fmla="*/ 80182 w 2530207"/>
              <a:gd name="connsiteY8" fmla="*/ 0 h 3415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30207" h="3415229">
                <a:moveTo>
                  <a:pt x="80182" y="0"/>
                </a:moveTo>
                <a:lnTo>
                  <a:pt x="2450025" y="0"/>
                </a:lnTo>
                <a:cubicBezTo>
                  <a:pt x="2494308" y="0"/>
                  <a:pt x="2530207" y="35899"/>
                  <a:pt x="2530207" y="80182"/>
                </a:cubicBezTo>
                <a:lnTo>
                  <a:pt x="2530207" y="3335047"/>
                </a:lnTo>
                <a:cubicBezTo>
                  <a:pt x="2530207" y="3379330"/>
                  <a:pt x="2494308" y="3415229"/>
                  <a:pt x="2450025" y="3415229"/>
                </a:cubicBezTo>
                <a:lnTo>
                  <a:pt x="80182" y="3415229"/>
                </a:lnTo>
                <a:cubicBezTo>
                  <a:pt x="35899" y="3415229"/>
                  <a:pt x="0" y="3379330"/>
                  <a:pt x="0" y="3335047"/>
                </a:cubicBezTo>
                <a:lnTo>
                  <a:pt x="0" y="80182"/>
                </a:lnTo>
                <a:cubicBezTo>
                  <a:pt x="0" y="35899"/>
                  <a:pt x="35899" y="0"/>
                  <a:pt x="80182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266700" dist="139700" dir="8100000" algn="tr" rotWithShape="0">
              <a:prstClr val="black">
                <a:alpha val="45000"/>
              </a:prstClr>
            </a:outerShdw>
          </a:effectLst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863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22B90-5A66-7ED4-F6E7-00BE2BBF6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395DD3-505C-9053-085E-826623C5C2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86B633-D9DC-A31C-0358-94B956C09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065B5E-A44D-97A1-26AB-E66E5CB5C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BAC9-8CF4-475A-8452-B951A43C5B2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8C99CD-8484-D31A-4400-735AE9569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79B71-A653-FA1C-4640-6A8C71AB9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1F11-144B-45A5-90A8-72B9608F5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547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FB50E-81F6-C4EC-26F0-E204D70B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5D6359-1874-3CEF-764D-1D54994A5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68BF2-5EDB-4F2D-3AC3-665661705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BAC9-8CF4-475A-8452-B951A43C5B2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81B2B-B138-A230-F6D1-01D2B1F01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D13A8-2F2A-621E-B3AF-90E0978E1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1F11-144B-45A5-90A8-72B9608F5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184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C3ABAA-8739-2985-7983-8B50C998F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8DEF08-19A4-7533-FA82-C8C68BD3C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1210E-5B25-9946-7149-C994CAA83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BAC9-8CF4-475A-8452-B951A43C5B2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26C0B-E06B-6222-75A6-50BDF0E53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A0933-1339-072E-2A9E-BBA90B653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1F11-144B-45A5-90A8-72B9608F5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31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37C850-6001-FC66-F37C-114D1705E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BE204-3DC6-1C61-2C95-7450829E1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19B39-6D28-7DEF-F581-1C4F0481D3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0BAC9-8CF4-475A-8452-B951A43C5B2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E1C15-9996-C739-3E62-D65FDC3719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E44C4-0AD4-5108-B7F0-FB38F9998B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F1F11-144B-45A5-90A8-72B9608F5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319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" Target="slide2.xml"/><Relationship Id="rId7" Type="http://schemas.openxmlformats.org/officeDocument/2006/relationships/image" Target="../media/image1.jpg"/><Relationship Id="rId2" Type="http://schemas.openxmlformats.org/officeDocument/2006/relationships/slide" Target="slide1.xml"/><Relationship Id="rId1" Type="http://schemas.openxmlformats.org/officeDocument/2006/relationships/slideLayout" Target="../slideLayouts/slideLayout8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10" Type="http://schemas.openxmlformats.org/officeDocument/2006/relationships/image" Target="../media/image4.jpg"/><Relationship Id="rId4" Type="http://schemas.openxmlformats.org/officeDocument/2006/relationships/slide" Target="slide3.xml"/><Relationship Id="rId9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slide" Target="slide2.xml"/><Relationship Id="rId7" Type="http://schemas.openxmlformats.org/officeDocument/2006/relationships/image" Target="../media/image1.jpg"/><Relationship Id="rId2" Type="http://schemas.openxmlformats.org/officeDocument/2006/relationships/slide" Target="slide1.xml"/><Relationship Id="rId1" Type="http://schemas.openxmlformats.org/officeDocument/2006/relationships/slideLayout" Target="../slideLayouts/slideLayout8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4" Type="http://schemas.openxmlformats.org/officeDocument/2006/relationships/slide" Target="slide3.xml"/><Relationship Id="rId9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slide" Target="slide2.xml"/><Relationship Id="rId7" Type="http://schemas.openxmlformats.org/officeDocument/2006/relationships/image" Target="../media/image4.jpg"/><Relationship Id="rId2" Type="http://schemas.openxmlformats.org/officeDocument/2006/relationships/slide" Target="slide1.xml"/><Relationship Id="rId1" Type="http://schemas.openxmlformats.org/officeDocument/2006/relationships/slideLayout" Target="../slideLayouts/slideLayout8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4" Type="http://schemas.openxmlformats.org/officeDocument/2006/relationships/slide" Target="slide3.xml"/><Relationship Id="rId9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slide" Target="slide2.xml"/><Relationship Id="rId7" Type="http://schemas.openxmlformats.org/officeDocument/2006/relationships/image" Target="../media/image4.jpg"/><Relationship Id="rId2" Type="http://schemas.openxmlformats.org/officeDocument/2006/relationships/slide" Target="slide1.xml"/><Relationship Id="rId1" Type="http://schemas.openxmlformats.org/officeDocument/2006/relationships/slideLayout" Target="../slideLayouts/slideLayout8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5.jpg"/><Relationship Id="rId2" Type="http://schemas.openxmlformats.org/officeDocument/2006/relationships/slide" Target="slide1.xml"/><Relationship Id="rId1" Type="http://schemas.openxmlformats.org/officeDocument/2006/relationships/slideLayout" Target="../slideLayouts/slideLayout8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: Shape 9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C1D92E8-E176-91D3-40AD-E60F8B5BA5DC}"/>
              </a:ext>
            </a:extLst>
          </p:cNvPr>
          <p:cNvSpPr/>
          <p:nvPr/>
        </p:nvSpPr>
        <p:spPr>
          <a:xfrm>
            <a:off x="6674691" y="4928595"/>
            <a:ext cx="361950" cy="361950"/>
          </a:xfrm>
          <a:custGeom>
            <a:avLst/>
            <a:gdLst>
              <a:gd name="connsiteX0" fmla="*/ 227210 w 361950"/>
              <a:gd name="connsiteY0" fmla="*/ 106170 h 361950"/>
              <a:gd name="connsiteX1" fmla="*/ 298648 w 361950"/>
              <a:gd name="connsiteY1" fmla="*/ 177608 h 361950"/>
              <a:gd name="connsiteX2" fmla="*/ 298648 w 361950"/>
              <a:gd name="connsiteY2" fmla="*/ 184342 h 361950"/>
              <a:gd name="connsiteX3" fmla="*/ 227210 w 361950"/>
              <a:gd name="connsiteY3" fmla="*/ 255779 h 361950"/>
              <a:gd name="connsiteX4" fmla="*/ 227093 w 361950"/>
              <a:gd name="connsiteY4" fmla="*/ 255897 h 361950"/>
              <a:gd name="connsiteX5" fmla="*/ 220359 w 361950"/>
              <a:gd name="connsiteY5" fmla="*/ 255779 h 361950"/>
              <a:gd name="connsiteX6" fmla="*/ 220476 w 361950"/>
              <a:gd name="connsiteY6" fmla="*/ 249045 h 361950"/>
              <a:gd name="connsiteX7" fmla="*/ 283703 w 361950"/>
              <a:gd name="connsiteY7" fmla="*/ 185818 h 361950"/>
              <a:gd name="connsiteX8" fmla="*/ 283717 w 361950"/>
              <a:gd name="connsiteY8" fmla="*/ 185785 h 361950"/>
              <a:gd name="connsiteX9" fmla="*/ 283670 w 361950"/>
              <a:gd name="connsiteY9" fmla="*/ 185737 h 361950"/>
              <a:gd name="connsiteX10" fmla="*/ 63504 w 361950"/>
              <a:gd name="connsiteY10" fmla="*/ 185737 h 361950"/>
              <a:gd name="connsiteX11" fmla="*/ 58741 w 361950"/>
              <a:gd name="connsiteY11" fmla="*/ 180975 h 361950"/>
              <a:gd name="connsiteX12" fmla="*/ 63504 w 361950"/>
              <a:gd name="connsiteY12" fmla="*/ 176212 h 361950"/>
              <a:gd name="connsiteX13" fmla="*/ 283670 w 361950"/>
              <a:gd name="connsiteY13" fmla="*/ 176212 h 361950"/>
              <a:gd name="connsiteX14" fmla="*/ 283703 w 361950"/>
              <a:gd name="connsiteY14" fmla="*/ 176131 h 361950"/>
              <a:gd name="connsiteX15" fmla="*/ 220476 w 361950"/>
              <a:gd name="connsiteY15" fmla="*/ 112904 h 361950"/>
              <a:gd name="connsiteX16" fmla="*/ 220476 w 361950"/>
              <a:gd name="connsiteY16" fmla="*/ 106287 h 361950"/>
              <a:gd name="connsiteX17" fmla="*/ 227210 w 361950"/>
              <a:gd name="connsiteY17" fmla="*/ 106170 h 361950"/>
              <a:gd name="connsiteX18" fmla="*/ 180975 w 361950"/>
              <a:gd name="connsiteY18" fmla="*/ 9525 h 361950"/>
              <a:gd name="connsiteX19" fmla="*/ 9525 w 361950"/>
              <a:gd name="connsiteY19" fmla="*/ 180975 h 361950"/>
              <a:gd name="connsiteX20" fmla="*/ 180975 w 361950"/>
              <a:gd name="connsiteY20" fmla="*/ 352425 h 361950"/>
              <a:gd name="connsiteX21" fmla="*/ 352425 w 361950"/>
              <a:gd name="connsiteY21" fmla="*/ 180975 h 361950"/>
              <a:gd name="connsiteX22" fmla="*/ 180975 w 361950"/>
              <a:gd name="connsiteY22" fmla="*/ 9525 h 361950"/>
              <a:gd name="connsiteX23" fmla="*/ 180975 w 361950"/>
              <a:gd name="connsiteY23" fmla="*/ 0 h 361950"/>
              <a:gd name="connsiteX24" fmla="*/ 361950 w 361950"/>
              <a:gd name="connsiteY24" fmla="*/ 180975 h 361950"/>
              <a:gd name="connsiteX25" fmla="*/ 180975 w 361950"/>
              <a:gd name="connsiteY25" fmla="*/ 361950 h 361950"/>
              <a:gd name="connsiteX26" fmla="*/ 0 w 361950"/>
              <a:gd name="connsiteY26" fmla="*/ 180975 h 361950"/>
              <a:gd name="connsiteX27" fmla="*/ 180975 w 361950"/>
              <a:gd name="connsiteY27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61950" h="361950">
                <a:moveTo>
                  <a:pt x="227210" y="106170"/>
                </a:moveTo>
                <a:lnTo>
                  <a:pt x="298648" y="177608"/>
                </a:lnTo>
                <a:cubicBezTo>
                  <a:pt x="300507" y="179467"/>
                  <a:pt x="300507" y="182482"/>
                  <a:pt x="298648" y="184342"/>
                </a:cubicBezTo>
                <a:lnTo>
                  <a:pt x="227210" y="255779"/>
                </a:lnTo>
                <a:cubicBezTo>
                  <a:pt x="227172" y="255819"/>
                  <a:pt x="227133" y="255858"/>
                  <a:pt x="227093" y="255897"/>
                </a:cubicBezTo>
                <a:cubicBezTo>
                  <a:pt x="225202" y="257724"/>
                  <a:pt x="222186" y="257672"/>
                  <a:pt x="220359" y="255779"/>
                </a:cubicBezTo>
                <a:cubicBezTo>
                  <a:pt x="218532" y="253887"/>
                  <a:pt x="218584" y="250873"/>
                  <a:pt x="220476" y="249045"/>
                </a:cubicBezTo>
                <a:lnTo>
                  <a:pt x="283703" y="185818"/>
                </a:lnTo>
                <a:cubicBezTo>
                  <a:pt x="283712" y="185810"/>
                  <a:pt x="283717" y="185798"/>
                  <a:pt x="283717" y="185785"/>
                </a:cubicBezTo>
                <a:cubicBezTo>
                  <a:pt x="283717" y="185759"/>
                  <a:pt x="283696" y="185738"/>
                  <a:pt x="283670" y="185737"/>
                </a:cubicBezTo>
                <a:lnTo>
                  <a:pt x="63504" y="185737"/>
                </a:lnTo>
                <a:cubicBezTo>
                  <a:pt x="60873" y="185737"/>
                  <a:pt x="58741" y="183605"/>
                  <a:pt x="58741" y="180975"/>
                </a:cubicBezTo>
                <a:cubicBezTo>
                  <a:pt x="58741" y="178344"/>
                  <a:pt x="60873" y="176212"/>
                  <a:pt x="63504" y="176212"/>
                </a:cubicBezTo>
                <a:lnTo>
                  <a:pt x="283670" y="176212"/>
                </a:lnTo>
                <a:cubicBezTo>
                  <a:pt x="283732" y="176212"/>
                  <a:pt x="283746" y="176174"/>
                  <a:pt x="283703" y="176131"/>
                </a:cubicBezTo>
                <a:lnTo>
                  <a:pt x="220476" y="112904"/>
                </a:lnTo>
                <a:cubicBezTo>
                  <a:pt x="218694" y="111059"/>
                  <a:pt x="218694" y="108133"/>
                  <a:pt x="220476" y="106287"/>
                </a:cubicBezTo>
                <a:cubicBezTo>
                  <a:pt x="222304" y="104395"/>
                  <a:pt x="225318" y="104342"/>
                  <a:pt x="227210" y="106170"/>
                </a:cubicBezTo>
                <a:close/>
                <a:moveTo>
                  <a:pt x="180975" y="9525"/>
                </a:moveTo>
                <a:cubicBezTo>
                  <a:pt x="86327" y="9624"/>
                  <a:pt x="9624" y="86327"/>
                  <a:pt x="9525" y="180975"/>
                </a:cubicBezTo>
                <a:cubicBezTo>
                  <a:pt x="9525" y="275664"/>
                  <a:pt x="86286" y="352425"/>
                  <a:pt x="180975" y="352425"/>
                </a:cubicBezTo>
                <a:cubicBezTo>
                  <a:pt x="275664" y="352425"/>
                  <a:pt x="352425" y="275664"/>
                  <a:pt x="352425" y="180975"/>
                </a:cubicBezTo>
                <a:cubicBezTo>
                  <a:pt x="352425" y="86285"/>
                  <a:pt x="275664" y="9525"/>
                  <a:pt x="180975" y="9525"/>
                </a:cubicBezTo>
                <a:close/>
                <a:moveTo>
                  <a:pt x="180975" y="0"/>
                </a:moveTo>
                <a:cubicBezTo>
                  <a:pt x="280925" y="0"/>
                  <a:pt x="361950" y="81025"/>
                  <a:pt x="361950" y="180975"/>
                </a:cubicBezTo>
                <a:cubicBezTo>
                  <a:pt x="361950" y="280925"/>
                  <a:pt x="280925" y="361950"/>
                  <a:pt x="180975" y="361950"/>
                </a:cubicBezTo>
                <a:cubicBezTo>
                  <a:pt x="81026" y="361950"/>
                  <a:pt x="0" y="280925"/>
                  <a:pt x="0" y="180975"/>
                </a:cubicBezTo>
                <a:cubicBezTo>
                  <a:pt x="0" y="81025"/>
                  <a:pt x="81026" y="0"/>
                  <a:pt x="180975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5" name="Freeform: Shape 9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6BEF023-5085-1DAC-89D5-69F81E97AFE3}"/>
              </a:ext>
            </a:extLst>
          </p:cNvPr>
          <p:cNvSpPr/>
          <p:nvPr/>
        </p:nvSpPr>
        <p:spPr>
          <a:xfrm flipH="1">
            <a:off x="6042024" y="4928595"/>
            <a:ext cx="361950" cy="361950"/>
          </a:xfrm>
          <a:custGeom>
            <a:avLst/>
            <a:gdLst>
              <a:gd name="connsiteX0" fmla="*/ 227209 w 361950"/>
              <a:gd name="connsiteY0" fmla="*/ 106170 h 361950"/>
              <a:gd name="connsiteX1" fmla="*/ 220475 w 361950"/>
              <a:gd name="connsiteY1" fmla="*/ 106287 h 361950"/>
              <a:gd name="connsiteX2" fmla="*/ 220475 w 361950"/>
              <a:gd name="connsiteY2" fmla="*/ 112904 h 361950"/>
              <a:gd name="connsiteX3" fmla="*/ 283702 w 361950"/>
              <a:gd name="connsiteY3" fmla="*/ 176131 h 361950"/>
              <a:gd name="connsiteX4" fmla="*/ 283669 w 361950"/>
              <a:gd name="connsiteY4" fmla="*/ 176212 h 361950"/>
              <a:gd name="connsiteX5" fmla="*/ 63503 w 361950"/>
              <a:gd name="connsiteY5" fmla="*/ 176212 h 361950"/>
              <a:gd name="connsiteX6" fmla="*/ 58740 w 361950"/>
              <a:gd name="connsiteY6" fmla="*/ 180975 h 361950"/>
              <a:gd name="connsiteX7" fmla="*/ 63503 w 361950"/>
              <a:gd name="connsiteY7" fmla="*/ 185737 h 361950"/>
              <a:gd name="connsiteX8" fmla="*/ 283669 w 361950"/>
              <a:gd name="connsiteY8" fmla="*/ 185737 h 361950"/>
              <a:gd name="connsiteX9" fmla="*/ 283716 w 361950"/>
              <a:gd name="connsiteY9" fmla="*/ 185785 h 361950"/>
              <a:gd name="connsiteX10" fmla="*/ 283702 w 361950"/>
              <a:gd name="connsiteY10" fmla="*/ 185818 h 361950"/>
              <a:gd name="connsiteX11" fmla="*/ 220475 w 361950"/>
              <a:gd name="connsiteY11" fmla="*/ 249045 h 361950"/>
              <a:gd name="connsiteX12" fmla="*/ 220358 w 361950"/>
              <a:gd name="connsiteY12" fmla="*/ 255779 h 361950"/>
              <a:gd name="connsiteX13" fmla="*/ 227092 w 361950"/>
              <a:gd name="connsiteY13" fmla="*/ 255897 h 361950"/>
              <a:gd name="connsiteX14" fmla="*/ 227209 w 361950"/>
              <a:gd name="connsiteY14" fmla="*/ 255779 h 361950"/>
              <a:gd name="connsiteX15" fmla="*/ 298647 w 361950"/>
              <a:gd name="connsiteY15" fmla="*/ 184342 h 361950"/>
              <a:gd name="connsiteX16" fmla="*/ 298647 w 361950"/>
              <a:gd name="connsiteY16" fmla="*/ 177608 h 361950"/>
              <a:gd name="connsiteX17" fmla="*/ 180975 w 361950"/>
              <a:gd name="connsiteY17" fmla="*/ 9525 h 361950"/>
              <a:gd name="connsiteX18" fmla="*/ 352425 w 361950"/>
              <a:gd name="connsiteY18" fmla="*/ 180975 h 361950"/>
              <a:gd name="connsiteX19" fmla="*/ 180975 w 361950"/>
              <a:gd name="connsiteY19" fmla="*/ 352425 h 361950"/>
              <a:gd name="connsiteX20" fmla="*/ 9525 w 361950"/>
              <a:gd name="connsiteY20" fmla="*/ 180975 h 361950"/>
              <a:gd name="connsiteX21" fmla="*/ 180975 w 361950"/>
              <a:gd name="connsiteY21" fmla="*/ 9525 h 361950"/>
              <a:gd name="connsiteX22" fmla="*/ 180975 w 361950"/>
              <a:gd name="connsiteY22" fmla="*/ 0 h 361950"/>
              <a:gd name="connsiteX23" fmla="*/ 0 w 361950"/>
              <a:gd name="connsiteY23" fmla="*/ 180975 h 361950"/>
              <a:gd name="connsiteX24" fmla="*/ 180975 w 361950"/>
              <a:gd name="connsiteY24" fmla="*/ 361950 h 361950"/>
              <a:gd name="connsiteX25" fmla="*/ 361950 w 361950"/>
              <a:gd name="connsiteY25" fmla="*/ 180975 h 361950"/>
              <a:gd name="connsiteX26" fmla="*/ 180975 w 361950"/>
              <a:gd name="connsiteY26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1950" h="361950">
                <a:moveTo>
                  <a:pt x="227209" y="106170"/>
                </a:moveTo>
                <a:cubicBezTo>
                  <a:pt x="225317" y="104342"/>
                  <a:pt x="222303" y="104395"/>
                  <a:pt x="220475" y="106287"/>
                </a:cubicBezTo>
                <a:cubicBezTo>
                  <a:pt x="218693" y="108133"/>
                  <a:pt x="218693" y="111059"/>
                  <a:pt x="220475" y="112904"/>
                </a:cubicBezTo>
                <a:lnTo>
                  <a:pt x="283702" y="176131"/>
                </a:lnTo>
                <a:cubicBezTo>
                  <a:pt x="283745" y="176174"/>
                  <a:pt x="283731" y="176212"/>
                  <a:pt x="283669" y="176212"/>
                </a:cubicBezTo>
                <a:lnTo>
                  <a:pt x="63503" y="176212"/>
                </a:lnTo>
                <a:cubicBezTo>
                  <a:pt x="60872" y="176212"/>
                  <a:pt x="58740" y="178344"/>
                  <a:pt x="58740" y="180975"/>
                </a:cubicBezTo>
                <a:cubicBezTo>
                  <a:pt x="58740" y="183605"/>
                  <a:pt x="60872" y="185737"/>
                  <a:pt x="63503" y="185737"/>
                </a:cubicBezTo>
                <a:lnTo>
                  <a:pt x="283669" y="185737"/>
                </a:lnTo>
                <a:cubicBezTo>
                  <a:pt x="283695" y="185738"/>
                  <a:pt x="283716" y="185759"/>
                  <a:pt x="283716" y="185785"/>
                </a:cubicBezTo>
                <a:cubicBezTo>
                  <a:pt x="283716" y="185798"/>
                  <a:pt x="283711" y="185810"/>
                  <a:pt x="283702" y="185818"/>
                </a:cubicBezTo>
                <a:lnTo>
                  <a:pt x="220475" y="249045"/>
                </a:lnTo>
                <a:cubicBezTo>
                  <a:pt x="218583" y="250873"/>
                  <a:pt x="218531" y="253887"/>
                  <a:pt x="220358" y="255779"/>
                </a:cubicBezTo>
                <a:cubicBezTo>
                  <a:pt x="222185" y="257672"/>
                  <a:pt x="225201" y="257724"/>
                  <a:pt x="227092" y="255897"/>
                </a:cubicBezTo>
                <a:cubicBezTo>
                  <a:pt x="227132" y="255858"/>
                  <a:pt x="227171" y="255819"/>
                  <a:pt x="227209" y="255779"/>
                </a:cubicBezTo>
                <a:lnTo>
                  <a:pt x="298647" y="184342"/>
                </a:lnTo>
                <a:cubicBezTo>
                  <a:pt x="300506" y="182482"/>
                  <a:pt x="300506" y="179467"/>
                  <a:pt x="298647" y="177608"/>
                </a:cubicBezTo>
                <a:close/>
                <a:moveTo>
                  <a:pt x="180975" y="9525"/>
                </a:moveTo>
                <a:cubicBezTo>
                  <a:pt x="275664" y="9525"/>
                  <a:pt x="352425" y="86285"/>
                  <a:pt x="352425" y="180975"/>
                </a:cubicBezTo>
                <a:cubicBezTo>
                  <a:pt x="352425" y="275664"/>
                  <a:pt x="275664" y="352425"/>
                  <a:pt x="180975" y="352425"/>
                </a:cubicBezTo>
                <a:cubicBezTo>
                  <a:pt x="86286" y="352425"/>
                  <a:pt x="9525" y="275664"/>
                  <a:pt x="9525" y="180975"/>
                </a:cubicBezTo>
                <a:cubicBezTo>
                  <a:pt x="9624" y="86327"/>
                  <a:pt x="86327" y="9624"/>
                  <a:pt x="180975" y="9525"/>
                </a:cubicBezTo>
                <a:close/>
                <a:moveTo>
                  <a:pt x="180975" y="0"/>
                </a:moveTo>
                <a:cubicBezTo>
                  <a:pt x="81026" y="0"/>
                  <a:pt x="0" y="81025"/>
                  <a:pt x="0" y="180975"/>
                </a:cubicBezTo>
                <a:cubicBezTo>
                  <a:pt x="0" y="280925"/>
                  <a:pt x="81026" y="361950"/>
                  <a:pt x="180975" y="361950"/>
                </a:cubicBezTo>
                <a:cubicBezTo>
                  <a:pt x="280925" y="361950"/>
                  <a:pt x="361950" y="280925"/>
                  <a:pt x="361950" y="180975"/>
                </a:cubicBezTo>
                <a:cubicBezTo>
                  <a:pt x="361950" y="81025"/>
                  <a:pt x="280925" y="0"/>
                  <a:pt x="180975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B0AE3B9-6493-A616-73C6-E1C6EE8383A5}"/>
              </a:ext>
            </a:extLst>
          </p:cNvPr>
          <p:cNvSpPr txBox="1"/>
          <p:nvPr/>
        </p:nvSpPr>
        <p:spPr>
          <a:xfrm>
            <a:off x="6245187" y="4360636"/>
            <a:ext cx="19759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9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C670595-08B7-CB6B-E62A-05E771632270}"/>
              </a:ext>
            </a:extLst>
          </p:cNvPr>
          <p:cNvSpPr txBox="1"/>
          <p:nvPr/>
        </p:nvSpPr>
        <p:spPr>
          <a:xfrm>
            <a:off x="8939805" y="3530030"/>
            <a:ext cx="18016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ExtraBold" panose="00000900000000000000" pitchFamily="2" charset="0"/>
                <a:cs typeface="Poppins ExtraBold" panose="00000900000000000000" pitchFamily="2" charset="0"/>
              </a:rPr>
              <a:t>Dubai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8406615-E18F-6A28-4512-CC26BC9FD2A5}"/>
              </a:ext>
            </a:extLst>
          </p:cNvPr>
          <p:cNvSpPr txBox="1"/>
          <p:nvPr/>
        </p:nvSpPr>
        <p:spPr>
          <a:xfrm>
            <a:off x="8939805" y="3705087"/>
            <a:ext cx="18016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About country here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2E1BFB-7042-E48E-594C-8E2B6791EED3}"/>
              </a:ext>
            </a:extLst>
          </p:cNvPr>
          <p:cNvSpPr txBox="1"/>
          <p:nvPr/>
        </p:nvSpPr>
        <p:spPr>
          <a:xfrm>
            <a:off x="11055043" y="3530030"/>
            <a:ext cx="18016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ExtraBold" panose="00000900000000000000" pitchFamily="2" charset="0"/>
                <a:cs typeface="Poppins ExtraBold" panose="00000900000000000000" pitchFamily="2" charset="0"/>
              </a:rPr>
              <a:t>Canada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CAC7714-AE43-97B0-0021-1DB0147C5874}"/>
              </a:ext>
            </a:extLst>
          </p:cNvPr>
          <p:cNvSpPr txBox="1"/>
          <p:nvPr/>
        </p:nvSpPr>
        <p:spPr>
          <a:xfrm>
            <a:off x="11055043" y="3705087"/>
            <a:ext cx="18016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About country here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EFE13CC-1ADD-C0FE-5E0E-B69D9244FA3E}"/>
              </a:ext>
            </a:extLst>
          </p:cNvPr>
          <p:cNvSpPr txBox="1"/>
          <p:nvPr/>
        </p:nvSpPr>
        <p:spPr>
          <a:xfrm>
            <a:off x="13170281" y="3530030"/>
            <a:ext cx="18016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ExtraBold" panose="00000900000000000000" pitchFamily="2" charset="0"/>
                <a:cs typeface="Poppins ExtraBold" panose="00000900000000000000" pitchFamily="2" charset="0"/>
              </a:rPr>
              <a:t>Japan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544497D-3D65-9B59-CEFA-6E3540E801C0}"/>
              </a:ext>
            </a:extLst>
          </p:cNvPr>
          <p:cNvSpPr txBox="1"/>
          <p:nvPr/>
        </p:nvSpPr>
        <p:spPr>
          <a:xfrm>
            <a:off x="13170281" y="3705087"/>
            <a:ext cx="18016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About country here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5FAE8058-7E8D-E7E9-5DC8-351C3A19E058}"/>
              </a:ext>
            </a:extLst>
          </p:cNvPr>
          <p:cNvCxnSpPr/>
          <p:nvPr/>
        </p:nvCxnSpPr>
        <p:spPr>
          <a:xfrm>
            <a:off x="660400" y="874215"/>
            <a:ext cx="0" cy="51816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val 87">
            <a:hlinkClick r:id="rId2" action="ppaction://hlinksldjump"/>
            <a:extLst>
              <a:ext uri="{FF2B5EF4-FFF2-40B4-BE49-F238E27FC236}">
                <a16:creationId xmlns:a16="http://schemas.microsoft.com/office/drawing/2014/main" id="{49D48CE7-7D8E-CCEF-02DA-8375B3FF4BDF}"/>
              </a:ext>
            </a:extLst>
          </p:cNvPr>
          <p:cNvSpPr/>
          <p:nvPr/>
        </p:nvSpPr>
        <p:spPr>
          <a:xfrm>
            <a:off x="474134" y="675249"/>
            <a:ext cx="372532" cy="3725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Oval 88">
            <a:hlinkClick r:id="rId3" action="ppaction://hlinksldjump"/>
            <a:extLst>
              <a:ext uri="{FF2B5EF4-FFF2-40B4-BE49-F238E27FC236}">
                <a16:creationId xmlns:a16="http://schemas.microsoft.com/office/drawing/2014/main" id="{819310AF-4F33-228C-AA10-86FA5C14EF07}"/>
              </a:ext>
            </a:extLst>
          </p:cNvPr>
          <p:cNvSpPr/>
          <p:nvPr/>
        </p:nvSpPr>
        <p:spPr>
          <a:xfrm>
            <a:off x="571500" y="2056358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hlinkClick r:id="rId4" action="ppaction://hlinksldjump"/>
            <a:extLst>
              <a:ext uri="{FF2B5EF4-FFF2-40B4-BE49-F238E27FC236}">
                <a16:creationId xmlns:a16="http://schemas.microsoft.com/office/drawing/2014/main" id="{10D3A0AE-A99A-A861-BF8F-874C2D5D9C10}"/>
              </a:ext>
            </a:extLst>
          </p:cNvPr>
          <p:cNvSpPr/>
          <p:nvPr/>
        </p:nvSpPr>
        <p:spPr>
          <a:xfrm>
            <a:off x="571500" y="3340101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hlinkClick r:id="rId5" action="ppaction://hlinksldjump"/>
            <a:extLst>
              <a:ext uri="{FF2B5EF4-FFF2-40B4-BE49-F238E27FC236}">
                <a16:creationId xmlns:a16="http://schemas.microsoft.com/office/drawing/2014/main" id="{E6EEF30B-FEFE-4578-0D40-999D04295224}"/>
              </a:ext>
            </a:extLst>
          </p:cNvPr>
          <p:cNvSpPr/>
          <p:nvPr/>
        </p:nvSpPr>
        <p:spPr>
          <a:xfrm>
            <a:off x="571500" y="4623844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hlinkClick r:id="rId6" action="ppaction://hlinksldjump"/>
            <a:extLst>
              <a:ext uri="{FF2B5EF4-FFF2-40B4-BE49-F238E27FC236}">
                <a16:creationId xmlns:a16="http://schemas.microsoft.com/office/drawing/2014/main" id="{2DC64003-85DE-7E12-B1EC-A128B2D25B91}"/>
              </a:ext>
            </a:extLst>
          </p:cNvPr>
          <p:cNvSpPr/>
          <p:nvPr/>
        </p:nvSpPr>
        <p:spPr>
          <a:xfrm>
            <a:off x="571500" y="5907586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E19CDB6-2DBC-FDB9-808B-3AA8006B8B7A}"/>
              </a:ext>
            </a:extLst>
          </p:cNvPr>
          <p:cNvSpPr txBox="1"/>
          <p:nvPr/>
        </p:nvSpPr>
        <p:spPr>
          <a:xfrm>
            <a:off x="1372942" y="1667795"/>
            <a:ext cx="5031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rs-AF" sz="2800" dirty="0">
                <a:solidFill>
                  <a:schemeClr val="bg1"/>
                </a:solidFill>
              </a:rPr>
              <a:t>استفاده نادرست از تکنالوژی معاصر</a:t>
            </a:r>
            <a:endParaRPr lang="en-US" sz="2800" dirty="0">
              <a:solidFill>
                <a:schemeClr val="bg1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A425D5B-9A45-21C5-4DDB-C4088AF6A31A}"/>
              </a:ext>
            </a:extLst>
          </p:cNvPr>
          <p:cNvSpPr txBox="1"/>
          <p:nvPr/>
        </p:nvSpPr>
        <p:spPr>
          <a:xfrm>
            <a:off x="8431851" y="6284247"/>
            <a:ext cx="3471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bg1"/>
                </a:solidFill>
              </a:rPr>
              <a:t>Created</a:t>
            </a:r>
            <a:r>
              <a:rPr lang="en-US" sz="1400" b="1" dirty="0">
                <a:solidFill>
                  <a:schemeClr val="bg1"/>
                </a:solidFill>
              </a:rPr>
              <a:t> by: Elham Sadiqi</a:t>
            </a:r>
            <a:r>
              <a:rPr lang="prs-AF" sz="1400" b="1" dirty="0">
                <a:solidFill>
                  <a:schemeClr val="bg1"/>
                </a:solidFill>
              </a:rPr>
              <a:t> </a:t>
            </a:r>
            <a:endParaRPr lang="en-US" sz="1400" b="1" dirty="0">
              <a:solidFill>
                <a:schemeClr val="bg1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3FC7A9-6DE4-4A7C-96D2-EF320CC61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2378700"/>
            <a:ext cx="521230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rs-AF" sz="1600" dirty="0">
                <a:solidFill>
                  <a:schemeClr val="bg1"/>
                </a:solidFill>
              </a:rPr>
              <a:t>تکنالوژی معاصر مثل موبایل، اینترنت، شبکه‌های اجتماعی، بازی‌ها و ابزارهای هوشمند، زندگی ما را آسان‌تر و سریع‌تر کرده؛ اما </a:t>
            </a:r>
            <a:r>
              <a:rPr lang="prs-AF" sz="1600" b="1" dirty="0">
                <a:solidFill>
                  <a:schemeClr val="bg1"/>
                </a:solidFill>
              </a:rPr>
              <a:t>استفاده نادرست</a:t>
            </a:r>
            <a:r>
              <a:rPr lang="prs-AF" sz="1600" dirty="0">
                <a:solidFill>
                  <a:schemeClr val="bg1"/>
                </a:solidFill>
              </a:rPr>
              <a:t> از آن می‌تواند آسیب‌های جدی ایجاد کند.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C38D7CCD-457E-4AF2-5DC7-E791FC8943F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26" b="12326"/>
          <a:stretch>
            <a:fillRect/>
          </a:stretch>
        </p:blipFill>
        <p:spPr/>
      </p:pic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59293FD9-4ADC-ED1B-1509-F39465C0149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55" r="25355"/>
          <a:stretch>
            <a:fillRect/>
          </a:stretch>
        </p:blipFill>
        <p:spPr/>
      </p:pic>
      <p:pic>
        <p:nvPicPr>
          <p:cNvPr id="25" name="Picture Placeholder 23">
            <a:extLst>
              <a:ext uri="{FF2B5EF4-FFF2-40B4-BE49-F238E27FC236}">
                <a16:creationId xmlns:a16="http://schemas.microsoft.com/office/drawing/2014/main" id="{34BA4CD4-C1ED-1F65-3B46-F156C27BA3E0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56" r="17456"/>
          <a:stretch>
            <a:fillRect/>
          </a:stretch>
        </p:blipFill>
        <p:spPr>
          <a:xfrm>
            <a:off x="10950575" y="1895475"/>
            <a:ext cx="1906588" cy="2092325"/>
          </a:xfrm>
        </p:spPr>
      </p:pic>
      <p:pic>
        <p:nvPicPr>
          <p:cNvPr id="29" name="Picture Placeholder 28">
            <a:extLst>
              <a:ext uri="{FF2B5EF4-FFF2-40B4-BE49-F238E27FC236}">
                <a16:creationId xmlns:a16="http://schemas.microsoft.com/office/drawing/2014/main" id="{B3FD3357-1EE9-77F3-2A28-56212F01918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86" r="2268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653070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067068E5-43A1-E6CA-666D-0133334F8C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3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B44FE1F-7948-84F7-7ACF-E4C89961427D}"/>
              </a:ext>
            </a:extLst>
          </p:cNvPr>
          <p:cNvSpPr/>
          <p:nvPr/>
        </p:nvSpPr>
        <p:spPr>
          <a:xfrm>
            <a:off x="6674691" y="4928595"/>
            <a:ext cx="361950" cy="361950"/>
          </a:xfrm>
          <a:custGeom>
            <a:avLst/>
            <a:gdLst>
              <a:gd name="connsiteX0" fmla="*/ 227210 w 361950"/>
              <a:gd name="connsiteY0" fmla="*/ 106170 h 361950"/>
              <a:gd name="connsiteX1" fmla="*/ 298648 w 361950"/>
              <a:gd name="connsiteY1" fmla="*/ 177608 h 361950"/>
              <a:gd name="connsiteX2" fmla="*/ 298648 w 361950"/>
              <a:gd name="connsiteY2" fmla="*/ 184342 h 361950"/>
              <a:gd name="connsiteX3" fmla="*/ 227210 w 361950"/>
              <a:gd name="connsiteY3" fmla="*/ 255779 h 361950"/>
              <a:gd name="connsiteX4" fmla="*/ 227093 w 361950"/>
              <a:gd name="connsiteY4" fmla="*/ 255897 h 361950"/>
              <a:gd name="connsiteX5" fmla="*/ 220359 w 361950"/>
              <a:gd name="connsiteY5" fmla="*/ 255779 h 361950"/>
              <a:gd name="connsiteX6" fmla="*/ 220476 w 361950"/>
              <a:gd name="connsiteY6" fmla="*/ 249045 h 361950"/>
              <a:gd name="connsiteX7" fmla="*/ 283703 w 361950"/>
              <a:gd name="connsiteY7" fmla="*/ 185818 h 361950"/>
              <a:gd name="connsiteX8" fmla="*/ 283717 w 361950"/>
              <a:gd name="connsiteY8" fmla="*/ 185785 h 361950"/>
              <a:gd name="connsiteX9" fmla="*/ 283670 w 361950"/>
              <a:gd name="connsiteY9" fmla="*/ 185737 h 361950"/>
              <a:gd name="connsiteX10" fmla="*/ 63504 w 361950"/>
              <a:gd name="connsiteY10" fmla="*/ 185737 h 361950"/>
              <a:gd name="connsiteX11" fmla="*/ 58741 w 361950"/>
              <a:gd name="connsiteY11" fmla="*/ 180975 h 361950"/>
              <a:gd name="connsiteX12" fmla="*/ 63504 w 361950"/>
              <a:gd name="connsiteY12" fmla="*/ 176212 h 361950"/>
              <a:gd name="connsiteX13" fmla="*/ 283670 w 361950"/>
              <a:gd name="connsiteY13" fmla="*/ 176212 h 361950"/>
              <a:gd name="connsiteX14" fmla="*/ 283703 w 361950"/>
              <a:gd name="connsiteY14" fmla="*/ 176131 h 361950"/>
              <a:gd name="connsiteX15" fmla="*/ 220476 w 361950"/>
              <a:gd name="connsiteY15" fmla="*/ 112904 h 361950"/>
              <a:gd name="connsiteX16" fmla="*/ 220476 w 361950"/>
              <a:gd name="connsiteY16" fmla="*/ 106287 h 361950"/>
              <a:gd name="connsiteX17" fmla="*/ 227210 w 361950"/>
              <a:gd name="connsiteY17" fmla="*/ 106170 h 361950"/>
              <a:gd name="connsiteX18" fmla="*/ 180975 w 361950"/>
              <a:gd name="connsiteY18" fmla="*/ 9525 h 361950"/>
              <a:gd name="connsiteX19" fmla="*/ 9525 w 361950"/>
              <a:gd name="connsiteY19" fmla="*/ 180975 h 361950"/>
              <a:gd name="connsiteX20" fmla="*/ 180975 w 361950"/>
              <a:gd name="connsiteY20" fmla="*/ 352425 h 361950"/>
              <a:gd name="connsiteX21" fmla="*/ 352425 w 361950"/>
              <a:gd name="connsiteY21" fmla="*/ 180975 h 361950"/>
              <a:gd name="connsiteX22" fmla="*/ 180975 w 361950"/>
              <a:gd name="connsiteY22" fmla="*/ 9525 h 361950"/>
              <a:gd name="connsiteX23" fmla="*/ 180975 w 361950"/>
              <a:gd name="connsiteY23" fmla="*/ 0 h 361950"/>
              <a:gd name="connsiteX24" fmla="*/ 361950 w 361950"/>
              <a:gd name="connsiteY24" fmla="*/ 180975 h 361950"/>
              <a:gd name="connsiteX25" fmla="*/ 180975 w 361950"/>
              <a:gd name="connsiteY25" fmla="*/ 361950 h 361950"/>
              <a:gd name="connsiteX26" fmla="*/ 0 w 361950"/>
              <a:gd name="connsiteY26" fmla="*/ 180975 h 361950"/>
              <a:gd name="connsiteX27" fmla="*/ 180975 w 361950"/>
              <a:gd name="connsiteY27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61950" h="361950">
                <a:moveTo>
                  <a:pt x="227210" y="106170"/>
                </a:moveTo>
                <a:lnTo>
                  <a:pt x="298648" y="177608"/>
                </a:lnTo>
                <a:cubicBezTo>
                  <a:pt x="300507" y="179467"/>
                  <a:pt x="300507" y="182482"/>
                  <a:pt x="298648" y="184342"/>
                </a:cubicBezTo>
                <a:lnTo>
                  <a:pt x="227210" y="255779"/>
                </a:lnTo>
                <a:cubicBezTo>
                  <a:pt x="227172" y="255819"/>
                  <a:pt x="227133" y="255858"/>
                  <a:pt x="227093" y="255897"/>
                </a:cubicBezTo>
                <a:cubicBezTo>
                  <a:pt x="225202" y="257724"/>
                  <a:pt x="222186" y="257672"/>
                  <a:pt x="220359" y="255779"/>
                </a:cubicBezTo>
                <a:cubicBezTo>
                  <a:pt x="218532" y="253887"/>
                  <a:pt x="218584" y="250873"/>
                  <a:pt x="220476" y="249045"/>
                </a:cubicBezTo>
                <a:lnTo>
                  <a:pt x="283703" y="185818"/>
                </a:lnTo>
                <a:cubicBezTo>
                  <a:pt x="283712" y="185810"/>
                  <a:pt x="283717" y="185798"/>
                  <a:pt x="283717" y="185785"/>
                </a:cubicBezTo>
                <a:cubicBezTo>
                  <a:pt x="283717" y="185759"/>
                  <a:pt x="283696" y="185738"/>
                  <a:pt x="283670" y="185737"/>
                </a:cubicBezTo>
                <a:lnTo>
                  <a:pt x="63504" y="185737"/>
                </a:lnTo>
                <a:cubicBezTo>
                  <a:pt x="60873" y="185737"/>
                  <a:pt x="58741" y="183605"/>
                  <a:pt x="58741" y="180975"/>
                </a:cubicBezTo>
                <a:cubicBezTo>
                  <a:pt x="58741" y="178344"/>
                  <a:pt x="60873" y="176212"/>
                  <a:pt x="63504" y="176212"/>
                </a:cubicBezTo>
                <a:lnTo>
                  <a:pt x="283670" y="176212"/>
                </a:lnTo>
                <a:cubicBezTo>
                  <a:pt x="283732" y="176212"/>
                  <a:pt x="283746" y="176174"/>
                  <a:pt x="283703" y="176131"/>
                </a:cubicBezTo>
                <a:lnTo>
                  <a:pt x="220476" y="112904"/>
                </a:lnTo>
                <a:cubicBezTo>
                  <a:pt x="218694" y="111059"/>
                  <a:pt x="218694" y="108133"/>
                  <a:pt x="220476" y="106287"/>
                </a:cubicBezTo>
                <a:cubicBezTo>
                  <a:pt x="222304" y="104395"/>
                  <a:pt x="225318" y="104342"/>
                  <a:pt x="227210" y="106170"/>
                </a:cubicBezTo>
                <a:close/>
                <a:moveTo>
                  <a:pt x="180975" y="9525"/>
                </a:moveTo>
                <a:cubicBezTo>
                  <a:pt x="86327" y="9624"/>
                  <a:pt x="9624" y="86327"/>
                  <a:pt x="9525" y="180975"/>
                </a:cubicBezTo>
                <a:cubicBezTo>
                  <a:pt x="9525" y="275664"/>
                  <a:pt x="86286" y="352425"/>
                  <a:pt x="180975" y="352425"/>
                </a:cubicBezTo>
                <a:cubicBezTo>
                  <a:pt x="275664" y="352425"/>
                  <a:pt x="352425" y="275664"/>
                  <a:pt x="352425" y="180975"/>
                </a:cubicBezTo>
                <a:cubicBezTo>
                  <a:pt x="352425" y="86285"/>
                  <a:pt x="275664" y="9525"/>
                  <a:pt x="180975" y="9525"/>
                </a:cubicBezTo>
                <a:close/>
                <a:moveTo>
                  <a:pt x="180975" y="0"/>
                </a:moveTo>
                <a:cubicBezTo>
                  <a:pt x="280925" y="0"/>
                  <a:pt x="361950" y="81025"/>
                  <a:pt x="361950" y="180975"/>
                </a:cubicBezTo>
                <a:cubicBezTo>
                  <a:pt x="361950" y="280925"/>
                  <a:pt x="280925" y="361950"/>
                  <a:pt x="180975" y="361950"/>
                </a:cubicBezTo>
                <a:cubicBezTo>
                  <a:pt x="81026" y="361950"/>
                  <a:pt x="0" y="280925"/>
                  <a:pt x="0" y="180975"/>
                </a:cubicBezTo>
                <a:cubicBezTo>
                  <a:pt x="0" y="81025"/>
                  <a:pt x="81026" y="0"/>
                  <a:pt x="180975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Freeform: Shape 3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B6A1498-48A4-432D-2389-64F61F895575}"/>
              </a:ext>
            </a:extLst>
          </p:cNvPr>
          <p:cNvSpPr/>
          <p:nvPr/>
        </p:nvSpPr>
        <p:spPr>
          <a:xfrm flipH="1">
            <a:off x="6042024" y="4928595"/>
            <a:ext cx="361950" cy="361950"/>
          </a:xfrm>
          <a:custGeom>
            <a:avLst/>
            <a:gdLst>
              <a:gd name="connsiteX0" fmla="*/ 227209 w 361950"/>
              <a:gd name="connsiteY0" fmla="*/ 106170 h 361950"/>
              <a:gd name="connsiteX1" fmla="*/ 220475 w 361950"/>
              <a:gd name="connsiteY1" fmla="*/ 106287 h 361950"/>
              <a:gd name="connsiteX2" fmla="*/ 220475 w 361950"/>
              <a:gd name="connsiteY2" fmla="*/ 112904 h 361950"/>
              <a:gd name="connsiteX3" fmla="*/ 283702 w 361950"/>
              <a:gd name="connsiteY3" fmla="*/ 176131 h 361950"/>
              <a:gd name="connsiteX4" fmla="*/ 283669 w 361950"/>
              <a:gd name="connsiteY4" fmla="*/ 176212 h 361950"/>
              <a:gd name="connsiteX5" fmla="*/ 63503 w 361950"/>
              <a:gd name="connsiteY5" fmla="*/ 176212 h 361950"/>
              <a:gd name="connsiteX6" fmla="*/ 58740 w 361950"/>
              <a:gd name="connsiteY6" fmla="*/ 180975 h 361950"/>
              <a:gd name="connsiteX7" fmla="*/ 63503 w 361950"/>
              <a:gd name="connsiteY7" fmla="*/ 185737 h 361950"/>
              <a:gd name="connsiteX8" fmla="*/ 283669 w 361950"/>
              <a:gd name="connsiteY8" fmla="*/ 185737 h 361950"/>
              <a:gd name="connsiteX9" fmla="*/ 283716 w 361950"/>
              <a:gd name="connsiteY9" fmla="*/ 185785 h 361950"/>
              <a:gd name="connsiteX10" fmla="*/ 283702 w 361950"/>
              <a:gd name="connsiteY10" fmla="*/ 185818 h 361950"/>
              <a:gd name="connsiteX11" fmla="*/ 220475 w 361950"/>
              <a:gd name="connsiteY11" fmla="*/ 249045 h 361950"/>
              <a:gd name="connsiteX12" fmla="*/ 220358 w 361950"/>
              <a:gd name="connsiteY12" fmla="*/ 255779 h 361950"/>
              <a:gd name="connsiteX13" fmla="*/ 227092 w 361950"/>
              <a:gd name="connsiteY13" fmla="*/ 255897 h 361950"/>
              <a:gd name="connsiteX14" fmla="*/ 227209 w 361950"/>
              <a:gd name="connsiteY14" fmla="*/ 255779 h 361950"/>
              <a:gd name="connsiteX15" fmla="*/ 298647 w 361950"/>
              <a:gd name="connsiteY15" fmla="*/ 184342 h 361950"/>
              <a:gd name="connsiteX16" fmla="*/ 298647 w 361950"/>
              <a:gd name="connsiteY16" fmla="*/ 177608 h 361950"/>
              <a:gd name="connsiteX17" fmla="*/ 180975 w 361950"/>
              <a:gd name="connsiteY17" fmla="*/ 9525 h 361950"/>
              <a:gd name="connsiteX18" fmla="*/ 352425 w 361950"/>
              <a:gd name="connsiteY18" fmla="*/ 180975 h 361950"/>
              <a:gd name="connsiteX19" fmla="*/ 180975 w 361950"/>
              <a:gd name="connsiteY19" fmla="*/ 352425 h 361950"/>
              <a:gd name="connsiteX20" fmla="*/ 9525 w 361950"/>
              <a:gd name="connsiteY20" fmla="*/ 180975 h 361950"/>
              <a:gd name="connsiteX21" fmla="*/ 180975 w 361950"/>
              <a:gd name="connsiteY21" fmla="*/ 9525 h 361950"/>
              <a:gd name="connsiteX22" fmla="*/ 180975 w 361950"/>
              <a:gd name="connsiteY22" fmla="*/ 0 h 361950"/>
              <a:gd name="connsiteX23" fmla="*/ 0 w 361950"/>
              <a:gd name="connsiteY23" fmla="*/ 180975 h 361950"/>
              <a:gd name="connsiteX24" fmla="*/ 180975 w 361950"/>
              <a:gd name="connsiteY24" fmla="*/ 361950 h 361950"/>
              <a:gd name="connsiteX25" fmla="*/ 361950 w 361950"/>
              <a:gd name="connsiteY25" fmla="*/ 180975 h 361950"/>
              <a:gd name="connsiteX26" fmla="*/ 180975 w 361950"/>
              <a:gd name="connsiteY26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1950" h="361950">
                <a:moveTo>
                  <a:pt x="227209" y="106170"/>
                </a:moveTo>
                <a:cubicBezTo>
                  <a:pt x="225317" y="104342"/>
                  <a:pt x="222303" y="104395"/>
                  <a:pt x="220475" y="106287"/>
                </a:cubicBezTo>
                <a:cubicBezTo>
                  <a:pt x="218693" y="108133"/>
                  <a:pt x="218693" y="111059"/>
                  <a:pt x="220475" y="112904"/>
                </a:cubicBezTo>
                <a:lnTo>
                  <a:pt x="283702" y="176131"/>
                </a:lnTo>
                <a:cubicBezTo>
                  <a:pt x="283745" y="176174"/>
                  <a:pt x="283731" y="176212"/>
                  <a:pt x="283669" y="176212"/>
                </a:cubicBezTo>
                <a:lnTo>
                  <a:pt x="63503" y="176212"/>
                </a:lnTo>
                <a:cubicBezTo>
                  <a:pt x="60872" y="176212"/>
                  <a:pt x="58740" y="178344"/>
                  <a:pt x="58740" y="180975"/>
                </a:cubicBezTo>
                <a:cubicBezTo>
                  <a:pt x="58740" y="183605"/>
                  <a:pt x="60872" y="185737"/>
                  <a:pt x="63503" y="185737"/>
                </a:cubicBezTo>
                <a:lnTo>
                  <a:pt x="283669" y="185737"/>
                </a:lnTo>
                <a:cubicBezTo>
                  <a:pt x="283695" y="185738"/>
                  <a:pt x="283716" y="185759"/>
                  <a:pt x="283716" y="185785"/>
                </a:cubicBezTo>
                <a:cubicBezTo>
                  <a:pt x="283716" y="185798"/>
                  <a:pt x="283711" y="185810"/>
                  <a:pt x="283702" y="185818"/>
                </a:cubicBezTo>
                <a:lnTo>
                  <a:pt x="220475" y="249045"/>
                </a:lnTo>
                <a:cubicBezTo>
                  <a:pt x="218583" y="250873"/>
                  <a:pt x="218531" y="253887"/>
                  <a:pt x="220358" y="255779"/>
                </a:cubicBezTo>
                <a:cubicBezTo>
                  <a:pt x="222185" y="257672"/>
                  <a:pt x="225201" y="257724"/>
                  <a:pt x="227092" y="255897"/>
                </a:cubicBezTo>
                <a:cubicBezTo>
                  <a:pt x="227132" y="255858"/>
                  <a:pt x="227171" y="255819"/>
                  <a:pt x="227209" y="255779"/>
                </a:cubicBezTo>
                <a:lnTo>
                  <a:pt x="298647" y="184342"/>
                </a:lnTo>
                <a:cubicBezTo>
                  <a:pt x="300506" y="182482"/>
                  <a:pt x="300506" y="179467"/>
                  <a:pt x="298647" y="177608"/>
                </a:cubicBezTo>
                <a:close/>
                <a:moveTo>
                  <a:pt x="180975" y="9525"/>
                </a:moveTo>
                <a:cubicBezTo>
                  <a:pt x="275664" y="9525"/>
                  <a:pt x="352425" y="86285"/>
                  <a:pt x="352425" y="180975"/>
                </a:cubicBezTo>
                <a:cubicBezTo>
                  <a:pt x="352425" y="275664"/>
                  <a:pt x="275664" y="352425"/>
                  <a:pt x="180975" y="352425"/>
                </a:cubicBezTo>
                <a:cubicBezTo>
                  <a:pt x="86286" y="352425"/>
                  <a:pt x="9525" y="275664"/>
                  <a:pt x="9525" y="180975"/>
                </a:cubicBezTo>
                <a:cubicBezTo>
                  <a:pt x="9624" y="86327"/>
                  <a:pt x="86327" y="9624"/>
                  <a:pt x="180975" y="9525"/>
                </a:cubicBezTo>
                <a:close/>
                <a:moveTo>
                  <a:pt x="180975" y="0"/>
                </a:moveTo>
                <a:cubicBezTo>
                  <a:pt x="81026" y="0"/>
                  <a:pt x="0" y="81025"/>
                  <a:pt x="0" y="180975"/>
                </a:cubicBezTo>
                <a:cubicBezTo>
                  <a:pt x="0" y="280925"/>
                  <a:pt x="81026" y="361950"/>
                  <a:pt x="180975" y="361950"/>
                </a:cubicBezTo>
                <a:cubicBezTo>
                  <a:pt x="280925" y="361950"/>
                  <a:pt x="361950" y="280925"/>
                  <a:pt x="361950" y="180975"/>
                </a:cubicBezTo>
                <a:cubicBezTo>
                  <a:pt x="361950" y="81025"/>
                  <a:pt x="280925" y="0"/>
                  <a:pt x="180975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C20F20E-0A36-1CAB-CC8F-A4DB2005D5B4}"/>
              </a:ext>
            </a:extLst>
          </p:cNvPr>
          <p:cNvCxnSpPr/>
          <p:nvPr/>
        </p:nvCxnSpPr>
        <p:spPr>
          <a:xfrm>
            <a:off x="660400" y="874215"/>
            <a:ext cx="0" cy="51816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hlinkClick r:id="rId2" action="ppaction://hlinksldjump"/>
            <a:extLst>
              <a:ext uri="{FF2B5EF4-FFF2-40B4-BE49-F238E27FC236}">
                <a16:creationId xmlns:a16="http://schemas.microsoft.com/office/drawing/2014/main" id="{F47A4194-7F53-659E-6C07-254B89E007C6}"/>
              </a:ext>
            </a:extLst>
          </p:cNvPr>
          <p:cNvSpPr/>
          <p:nvPr/>
        </p:nvSpPr>
        <p:spPr>
          <a:xfrm>
            <a:off x="571500" y="772615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hlinkClick r:id="rId3" action="ppaction://hlinksldjump"/>
            <a:extLst>
              <a:ext uri="{FF2B5EF4-FFF2-40B4-BE49-F238E27FC236}">
                <a16:creationId xmlns:a16="http://schemas.microsoft.com/office/drawing/2014/main" id="{2A2B648B-B52B-4731-9A06-315E43E85CD2}"/>
              </a:ext>
            </a:extLst>
          </p:cNvPr>
          <p:cNvSpPr/>
          <p:nvPr/>
        </p:nvSpPr>
        <p:spPr>
          <a:xfrm>
            <a:off x="499534" y="1984392"/>
            <a:ext cx="321732" cy="3217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>
            <a:hlinkClick r:id="rId4" action="ppaction://hlinksldjump"/>
            <a:extLst>
              <a:ext uri="{FF2B5EF4-FFF2-40B4-BE49-F238E27FC236}">
                <a16:creationId xmlns:a16="http://schemas.microsoft.com/office/drawing/2014/main" id="{2DD045EE-433F-3ACA-0F12-999185A033FD}"/>
              </a:ext>
            </a:extLst>
          </p:cNvPr>
          <p:cNvSpPr/>
          <p:nvPr/>
        </p:nvSpPr>
        <p:spPr>
          <a:xfrm>
            <a:off x="571500" y="3340101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hlinkClick r:id="rId5" action="ppaction://hlinksldjump"/>
            <a:extLst>
              <a:ext uri="{FF2B5EF4-FFF2-40B4-BE49-F238E27FC236}">
                <a16:creationId xmlns:a16="http://schemas.microsoft.com/office/drawing/2014/main" id="{39113122-CBC7-C9F0-751B-9FADFF1699DD}"/>
              </a:ext>
            </a:extLst>
          </p:cNvPr>
          <p:cNvSpPr/>
          <p:nvPr/>
        </p:nvSpPr>
        <p:spPr>
          <a:xfrm>
            <a:off x="571500" y="4623844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hlinkClick r:id="rId6" action="ppaction://hlinksldjump"/>
            <a:extLst>
              <a:ext uri="{FF2B5EF4-FFF2-40B4-BE49-F238E27FC236}">
                <a16:creationId xmlns:a16="http://schemas.microsoft.com/office/drawing/2014/main" id="{8A190089-2C14-F1AE-EA27-E13A831B7157}"/>
              </a:ext>
            </a:extLst>
          </p:cNvPr>
          <p:cNvSpPr/>
          <p:nvPr/>
        </p:nvSpPr>
        <p:spPr>
          <a:xfrm>
            <a:off x="571500" y="5907586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9CE63E-09C4-7894-0F06-E8A4AA2E81D1}"/>
              </a:ext>
            </a:extLst>
          </p:cNvPr>
          <p:cNvSpPr txBox="1"/>
          <p:nvPr/>
        </p:nvSpPr>
        <p:spPr>
          <a:xfrm>
            <a:off x="499534" y="1151453"/>
            <a:ext cx="542445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rs-AF" sz="2800" dirty="0">
                <a:solidFill>
                  <a:schemeClr val="bg1"/>
                </a:solidFill>
              </a:rPr>
              <a:t>1️⃣ آسیب‌های اجتماعی</a:t>
            </a:r>
            <a:endParaRPr lang="en-US" sz="2800" dirty="0">
              <a:solidFill>
                <a:schemeClr val="bg1"/>
              </a:solidFill>
            </a:endParaRPr>
          </a:p>
          <a:p>
            <a:pPr algn="r"/>
            <a:endParaRPr lang="en-US" b="1" dirty="0">
              <a:solidFill>
                <a:schemeClr val="bg1"/>
              </a:solidFill>
            </a:endParaRPr>
          </a:p>
          <a:p>
            <a:pPr algn="r"/>
            <a:r>
              <a:rPr lang="prs-AF" sz="2000" b="1" dirty="0">
                <a:solidFill>
                  <a:schemeClr val="bg1"/>
                </a:solidFill>
              </a:rPr>
              <a:t>کاهش ارتباطات واقعی</a:t>
            </a:r>
          </a:p>
          <a:p>
            <a:pPr algn="r"/>
            <a:r>
              <a:rPr lang="prs-AF" dirty="0">
                <a:solidFill>
                  <a:schemeClr val="bg1"/>
                </a:solidFill>
              </a:rPr>
              <a:t>آدم‌ها بیشتر وقت خود را با موبایل و فضای مجازی می‌گذرانند تا با خانواده و دوستان.</a:t>
            </a:r>
          </a:p>
          <a:p>
            <a:pPr algn="r"/>
            <a:endParaRPr lang="en-US" b="1" dirty="0">
              <a:solidFill>
                <a:schemeClr val="bg1"/>
              </a:solidFill>
            </a:endParaRPr>
          </a:p>
          <a:p>
            <a:pPr algn="r"/>
            <a:r>
              <a:rPr lang="prs-AF" b="1" dirty="0">
                <a:solidFill>
                  <a:schemeClr val="bg1"/>
                </a:solidFill>
              </a:rPr>
              <a:t> </a:t>
            </a:r>
            <a:r>
              <a:rPr lang="prs-AF" sz="2000" b="1" dirty="0">
                <a:solidFill>
                  <a:schemeClr val="bg1"/>
                </a:solidFill>
              </a:rPr>
              <a:t>انزوای اجتماعی</a:t>
            </a:r>
          </a:p>
          <a:p>
            <a:pPr algn="r"/>
            <a:r>
              <a:rPr lang="prs-AF" dirty="0">
                <a:solidFill>
                  <a:schemeClr val="bg1"/>
                </a:solidFill>
              </a:rPr>
              <a:t>اعتیاد به شبکه‌های اجتماعی باعث می‌شود فرد از جامعه دور شود.</a:t>
            </a:r>
          </a:p>
          <a:p>
            <a:pPr algn="r"/>
            <a:endParaRPr lang="en-US" b="1" dirty="0">
              <a:solidFill>
                <a:schemeClr val="bg1"/>
              </a:solidFill>
            </a:endParaRPr>
          </a:p>
          <a:p>
            <a:pPr algn="r"/>
            <a:r>
              <a:rPr lang="prs-AF" b="1" dirty="0">
                <a:solidFill>
                  <a:schemeClr val="bg1"/>
                </a:solidFill>
              </a:rPr>
              <a:t> </a:t>
            </a:r>
            <a:r>
              <a:rPr lang="prs-AF" sz="2000" b="1" dirty="0">
                <a:solidFill>
                  <a:schemeClr val="bg1"/>
                </a:solidFill>
              </a:rPr>
              <a:t>ترویج خشونت یا محتوای ناسالم</a:t>
            </a:r>
          </a:p>
          <a:p>
            <a:pPr algn="r"/>
            <a:r>
              <a:rPr lang="prs-AF" dirty="0">
                <a:solidFill>
                  <a:schemeClr val="bg1"/>
                </a:solidFill>
              </a:rPr>
              <a:t>دیدن محتواهای نامناسب (خشونت، فحاشی، شایعه‌پراکنی، روابط نادرست) روی رفتار افراد تأثیر می‌گذارد.</a:t>
            </a:r>
          </a:p>
          <a:p>
            <a:pPr algn="r"/>
            <a:endParaRPr lang="en-US" sz="2800" b="1" dirty="0">
              <a:solidFill>
                <a:schemeClr val="bg1"/>
              </a:solidFill>
            </a:endParaRPr>
          </a:p>
          <a:p>
            <a:pPr algn="r"/>
            <a:endParaRPr lang="en-US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F3EE2F-D29F-1EFD-53EE-980F4516C73C}"/>
              </a:ext>
            </a:extLst>
          </p:cNvPr>
          <p:cNvSpPr txBox="1"/>
          <p:nvPr/>
        </p:nvSpPr>
        <p:spPr>
          <a:xfrm>
            <a:off x="8431851" y="6284247"/>
            <a:ext cx="34718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bg1"/>
                </a:solidFill>
              </a:rPr>
              <a:t>Created by: Elham Sadiqi</a:t>
            </a:r>
            <a:r>
              <a:rPr lang="prs-AF" sz="1200" b="1" dirty="0">
                <a:solidFill>
                  <a:schemeClr val="bg1"/>
                </a:solidFill>
              </a:rPr>
              <a:t> </a:t>
            </a:r>
            <a:endParaRPr lang="en-US" sz="1200" b="1" dirty="0">
              <a:solidFill>
                <a:schemeClr val="bg1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CEA1C630-6AB8-FBE3-DA02-E187AFD90BA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92" b="3692"/>
          <a:stretch>
            <a:fillRect/>
          </a:stretch>
        </p:blipFill>
        <p:spPr/>
      </p:pic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077C4C00-B631-BCEB-2695-C7B31A193A9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83" r="17483"/>
          <a:stretch>
            <a:fillRect/>
          </a:stretch>
        </p:blipFill>
        <p:spPr/>
      </p:pic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D598D213-F373-41FB-C627-41FB7FE037F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63" r="2266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5996834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6E1D96D7-6872-3F21-A1CC-CCDB913CD7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B9828E0-FECC-8AEB-BA64-A37C88B826E9}"/>
              </a:ext>
            </a:extLst>
          </p:cNvPr>
          <p:cNvSpPr/>
          <p:nvPr/>
        </p:nvSpPr>
        <p:spPr>
          <a:xfrm>
            <a:off x="6674691" y="4928595"/>
            <a:ext cx="361950" cy="361950"/>
          </a:xfrm>
          <a:custGeom>
            <a:avLst/>
            <a:gdLst>
              <a:gd name="connsiteX0" fmla="*/ 227210 w 361950"/>
              <a:gd name="connsiteY0" fmla="*/ 106170 h 361950"/>
              <a:gd name="connsiteX1" fmla="*/ 298648 w 361950"/>
              <a:gd name="connsiteY1" fmla="*/ 177608 h 361950"/>
              <a:gd name="connsiteX2" fmla="*/ 298648 w 361950"/>
              <a:gd name="connsiteY2" fmla="*/ 184342 h 361950"/>
              <a:gd name="connsiteX3" fmla="*/ 227210 w 361950"/>
              <a:gd name="connsiteY3" fmla="*/ 255779 h 361950"/>
              <a:gd name="connsiteX4" fmla="*/ 227093 w 361950"/>
              <a:gd name="connsiteY4" fmla="*/ 255897 h 361950"/>
              <a:gd name="connsiteX5" fmla="*/ 220359 w 361950"/>
              <a:gd name="connsiteY5" fmla="*/ 255779 h 361950"/>
              <a:gd name="connsiteX6" fmla="*/ 220476 w 361950"/>
              <a:gd name="connsiteY6" fmla="*/ 249045 h 361950"/>
              <a:gd name="connsiteX7" fmla="*/ 283703 w 361950"/>
              <a:gd name="connsiteY7" fmla="*/ 185818 h 361950"/>
              <a:gd name="connsiteX8" fmla="*/ 283717 w 361950"/>
              <a:gd name="connsiteY8" fmla="*/ 185785 h 361950"/>
              <a:gd name="connsiteX9" fmla="*/ 283670 w 361950"/>
              <a:gd name="connsiteY9" fmla="*/ 185737 h 361950"/>
              <a:gd name="connsiteX10" fmla="*/ 63504 w 361950"/>
              <a:gd name="connsiteY10" fmla="*/ 185737 h 361950"/>
              <a:gd name="connsiteX11" fmla="*/ 58741 w 361950"/>
              <a:gd name="connsiteY11" fmla="*/ 180975 h 361950"/>
              <a:gd name="connsiteX12" fmla="*/ 63504 w 361950"/>
              <a:gd name="connsiteY12" fmla="*/ 176212 h 361950"/>
              <a:gd name="connsiteX13" fmla="*/ 283670 w 361950"/>
              <a:gd name="connsiteY13" fmla="*/ 176212 h 361950"/>
              <a:gd name="connsiteX14" fmla="*/ 283703 w 361950"/>
              <a:gd name="connsiteY14" fmla="*/ 176131 h 361950"/>
              <a:gd name="connsiteX15" fmla="*/ 220476 w 361950"/>
              <a:gd name="connsiteY15" fmla="*/ 112904 h 361950"/>
              <a:gd name="connsiteX16" fmla="*/ 220476 w 361950"/>
              <a:gd name="connsiteY16" fmla="*/ 106287 h 361950"/>
              <a:gd name="connsiteX17" fmla="*/ 227210 w 361950"/>
              <a:gd name="connsiteY17" fmla="*/ 106170 h 361950"/>
              <a:gd name="connsiteX18" fmla="*/ 180975 w 361950"/>
              <a:gd name="connsiteY18" fmla="*/ 9525 h 361950"/>
              <a:gd name="connsiteX19" fmla="*/ 9525 w 361950"/>
              <a:gd name="connsiteY19" fmla="*/ 180975 h 361950"/>
              <a:gd name="connsiteX20" fmla="*/ 180975 w 361950"/>
              <a:gd name="connsiteY20" fmla="*/ 352425 h 361950"/>
              <a:gd name="connsiteX21" fmla="*/ 352425 w 361950"/>
              <a:gd name="connsiteY21" fmla="*/ 180975 h 361950"/>
              <a:gd name="connsiteX22" fmla="*/ 180975 w 361950"/>
              <a:gd name="connsiteY22" fmla="*/ 9525 h 361950"/>
              <a:gd name="connsiteX23" fmla="*/ 180975 w 361950"/>
              <a:gd name="connsiteY23" fmla="*/ 0 h 361950"/>
              <a:gd name="connsiteX24" fmla="*/ 361950 w 361950"/>
              <a:gd name="connsiteY24" fmla="*/ 180975 h 361950"/>
              <a:gd name="connsiteX25" fmla="*/ 180975 w 361950"/>
              <a:gd name="connsiteY25" fmla="*/ 361950 h 361950"/>
              <a:gd name="connsiteX26" fmla="*/ 0 w 361950"/>
              <a:gd name="connsiteY26" fmla="*/ 180975 h 361950"/>
              <a:gd name="connsiteX27" fmla="*/ 180975 w 361950"/>
              <a:gd name="connsiteY27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61950" h="361950">
                <a:moveTo>
                  <a:pt x="227210" y="106170"/>
                </a:moveTo>
                <a:lnTo>
                  <a:pt x="298648" y="177608"/>
                </a:lnTo>
                <a:cubicBezTo>
                  <a:pt x="300507" y="179467"/>
                  <a:pt x="300507" y="182482"/>
                  <a:pt x="298648" y="184342"/>
                </a:cubicBezTo>
                <a:lnTo>
                  <a:pt x="227210" y="255779"/>
                </a:lnTo>
                <a:cubicBezTo>
                  <a:pt x="227172" y="255819"/>
                  <a:pt x="227133" y="255858"/>
                  <a:pt x="227093" y="255897"/>
                </a:cubicBezTo>
                <a:cubicBezTo>
                  <a:pt x="225202" y="257724"/>
                  <a:pt x="222186" y="257672"/>
                  <a:pt x="220359" y="255779"/>
                </a:cubicBezTo>
                <a:cubicBezTo>
                  <a:pt x="218532" y="253887"/>
                  <a:pt x="218584" y="250873"/>
                  <a:pt x="220476" y="249045"/>
                </a:cubicBezTo>
                <a:lnTo>
                  <a:pt x="283703" y="185818"/>
                </a:lnTo>
                <a:cubicBezTo>
                  <a:pt x="283712" y="185810"/>
                  <a:pt x="283717" y="185798"/>
                  <a:pt x="283717" y="185785"/>
                </a:cubicBezTo>
                <a:cubicBezTo>
                  <a:pt x="283717" y="185759"/>
                  <a:pt x="283696" y="185738"/>
                  <a:pt x="283670" y="185737"/>
                </a:cubicBezTo>
                <a:lnTo>
                  <a:pt x="63504" y="185737"/>
                </a:lnTo>
                <a:cubicBezTo>
                  <a:pt x="60873" y="185737"/>
                  <a:pt x="58741" y="183605"/>
                  <a:pt x="58741" y="180975"/>
                </a:cubicBezTo>
                <a:cubicBezTo>
                  <a:pt x="58741" y="178344"/>
                  <a:pt x="60873" y="176212"/>
                  <a:pt x="63504" y="176212"/>
                </a:cubicBezTo>
                <a:lnTo>
                  <a:pt x="283670" y="176212"/>
                </a:lnTo>
                <a:cubicBezTo>
                  <a:pt x="283732" y="176212"/>
                  <a:pt x="283746" y="176174"/>
                  <a:pt x="283703" y="176131"/>
                </a:cubicBezTo>
                <a:lnTo>
                  <a:pt x="220476" y="112904"/>
                </a:lnTo>
                <a:cubicBezTo>
                  <a:pt x="218694" y="111059"/>
                  <a:pt x="218694" y="108133"/>
                  <a:pt x="220476" y="106287"/>
                </a:cubicBezTo>
                <a:cubicBezTo>
                  <a:pt x="222304" y="104395"/>
                  <a:pt x="225318" y="104342"/>
                  <a:pt x="227210" y="106170"/>
                </a:cubicBezTo>
                <a:close/>
                <a:moveTo>
                  <a:pt x="180975" y="9525"/>
                </a:moveTo>
                <a:cubicBezTo>
                  <a:pt x="86327" y="9624"/>
                  <a:pt x="9624" y="86327"/>
                  <a:pt x="9525" y="180975"/>
                </a:cubicBezTo>
                <a:cubicBezTo>
                  <a:pt x="9525" y="275664"/>
                  <a:pt x="86286" y="352425"/>
                  <a:pt x="180975" y="352425"/>
                </a:cubicBezTo>
                <a:cubicBezTo>
                  <a:pt x="275664" y="352425"/>
                  <a:pt x="352425" y="275664"/>
                  <a:pt x="352425" y="180975"/>
                </a:cubicBezTo>
                <a:cubicBezTo>
                  <a:pt x="352425" y="86285"/>
                  <a:pt x="275664" y="9525"/>
                  <a:pt x="180975" y="9525"/>
                </a:cubicBezTo>
                <a:close/>
                <a:moveTo>
                  <a:pt x="180975" y="0"/>
                </a:moveTo>
                <a:cubicBezTo>
                  <a:pt x="280925" y="0"/>
                  <a:pt x="361950" y="81025"/>
                  <a:pt x="361950" y="180975"/>
                </a:cubicBezTo>
                <a:cubicBezTo>
                  <a:pt x="361950" y="280925"/>
                  <a:pt x="280925" y="361950"/>
                  <a:pt x="180975" y="361950"/>
                </a:cubicBezTo>
                <a:cubicBezTo>
                  <a:pt x="81026" y="361950"/>
                  <a:pt x="0" y="280925"/>
                  <a:pt x="0" y="180975"/>
                </a:cubicBezTo>
                <a:cubicBezTo>
                  <a:pt x="0" y="81025"/>
                  <a:pt x="81026" y="0"/>
                  <a:pt x="180975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Freeform: Shape 40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B2F59E6-7BF2-2D6E-A761-C46E73A05822}"/>
              </a:ext>
            </a:extLst>
          </p:cNvPr>
          <p:cNvSpPr/>
          <p:nvPr/>
        </p:nvSpPr>
        <p:spPr>
          <a:xfrm flipH="1">
            <a:off x="6042024" y="4928595"/>
            <a:ext cx="361950" cy="361950"/>
          </a:xfrm>
          <a:custGeom>
            <a:avLst/>
            <a:gdLst>
              <a:gd name="connsiteX0" fmla="*/ 227209 w 361950"/>
              <a:gd name="connsiteY0" fmla="*/ 106170 h 361950"/>
              <a:gd name="connsiteX1" fmla="*/ 220475 w 361950"/>
              <a:gd name="connsiteY1" fmla="*/ 106287 h 361950"/>
              <a:gd name="connsiteX2" fmla="*/ 220475 w 361950"/>
              <a:gd name="connsiteY2" fmla="*/ 112904 h 361950"/>
              <a:gd name="connsiteX3" fmla="*/ 283702 w 361950"/>
              <a:gd name="connsiteY3" fmla="*/ 176131 h 361950"/>
              <a:gd name="connsiteX4" fmla="*/ 283669 w 361950"/>
              <a:gd name="connsiteY4" fmla="*/ 176212 h 361950"/>
              <a:gd name="connsiteX5" fmla="*/ 63503 w 361950"/>
              <a:gd name="connsiteY5" fmla="*/ 176212 h 361950"/>
              <a:gd name="connsiteX6" fmla="*/ 58740 w 361950"/>
              <a:gd name="connsiteY6" fmla="*/ 180975 h 361950"/>
              <a:gd name="connsiteX7" fmla="*/ 63503 w 361950"/>
              <a:gd name="connsiteY7" fmla="*/ 185737 h 361950"/>
              <a:gd name="connsiteX8" fmla="*/ 283669 w 361950"/>
              <a:gd name="connsiteY8" fmla="*/ 185737 h 361950"/>
              <a:gd name="connsiteX9" fmla="*/ 283716 w 361950"/>
              <a:gd name="connsiteY9" fmla="*/ 185785 h 361950"/>
              <a:gd name="connsiteX10" fmla="*/ 283702 w 361950"/>
              <a:gd name="connsiteY10" fmla="*/ 185818 h 361950"/>
              <a:gd name="connsiteX11" fmla="*/ 220475 w 361950"/>
              <a:gd name="connsiteY11" fmla="*/ 249045 h 361950"/>
              <a:gd name="connsiteX12" fmla="*/ 220358 w 361950"/>
              <a:gd name="connsiteY12" fmla="*/ 255779 h 361950"/>
              <a:gd name="connsiteX13" fmla="*/ 227092 w 361950"/>
              <a:gd name="connsiteY13" fmla="*/ 255897 h 361950"/>
              <a:gd name="connsiteX14" fmla="*/ 227209 w 361950"/>
              <a:gd name="connsiteY14" fmla="*/ 255779 h 361950"/>
              <a:gd name="connsiteX15" fmla="*/ 298647 w 361950"/>
              <a:gd name="connsiteY15" fmla="*/ 184342 h 361950"/>
              <a:gd name="connsiteX16" fmla="*/ 298647 w 361950"/>
              <a:gd name="connsiteY16" fmla="*/ 177608 h 361950"/>
              <a:gd name="connsiteX17" fmla="*/ 180975 w 361950"/>
              <a:gd name="connsiteY17" fmla="*/ 9525 h 361950"/>
              <a:gd name="connsiteX18" fmla="*/ 352425 w 361950"/>
              <a:gd name="connsiteY18" fmla="*/ 180975 h 361950"/>
              <a:gd name="connsiteX19" fmla="*/ 180975 w 361950"/>
              <a:gd name="connsiteY19" fmla="*/ 352425 h 361950"/>
              <a:gd name="connsiteX20" fmla="*/ 9525 w 361950"/>
              <a:gd name="connsiteY20" fmla="*/ 180975 h 361950"/>
              <a:gd name="connsiteX21" fmla="*/ 180975 w 361950"/>
              <a:gd name="connsiteY21" fmla="*/ 9525 h 361950"/>
              <a:gd name="connsiteX22" fmla="*/ 180975 w 361950"/>
              <a:gd name="connsiteY22" fmla="*/ 0 h 361950"/>
              <a:gd name="connsiteX23" fmla="*/ 0 w 361950"/>
              <a:gd name="connsiteY23" fmla="*/ 180975 h 361950"/>
              <a:gd name="connsiteX24" fmla="*/ 180975 w 361950"/>
              <a:gd name="connsiteY24" fmla="*/ 361950 h 361950"/>
              <a:gd name="connsiteX25" fmla="*/ 361950 w 361950"/>
              <a:gd name="connsiteY25" fmla="*/ 180975 h 361950"/>
              <a:gd name="connsiteX26" fmla="*/ 180975 w 361950"/>
              <a:gd name="connsiteY26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1950" h="361950">
                <a:moveTo>
                  <a:pt x="227209" y="106170"/>
                </a:moveTo>
                <a:cubicBezTo>
                  <a:pt x="225317" y="104342"/>
                  <a:pt x="222303" y="104395"/>
                  <a:pt x="220475" y="106287"/>
                </a:cubicBezTo>
                <a:cubicBezTo>
                  <a:pt x="218693" y="108133"/>
                  <a:pt x="218693" y="111059"/>
                  <a:pt x="220475" y="112904"/>
                </a:cubicBezTo>
                <a:lnTo>
                  <a:pt x="283702" y="176131"/>
                </a:lnTo>
                <a:cubicBezTo>
                  <a:pt x="283745" y="176174"/>
                  <a:pt x="283731" y="176212"/>
                  <a:pt x="283669" y="176212"/>
                </a:cubicBezTo>
                <a:lnTo>
                  <a:pt x="63503" y="176212"/>
                </a:lnTo>
                <a:cubicBezTo>
                  <a:pt x="60872" y="176212"/>
                  <a:pt x="58740" y="178344"/>
                  <a:pt x="58740" y="180975"/>
                </a:cubicBezTo>
                <a:cubicBezTo>
                  <a:pt x="58740" y="183605"/>
                  <a:pt x="60872" y="185737"/>
                  <a:pt x="63503" y="185737"/>
                </a:cubicBezTo>
                <a:lnTo>
                  <a:pt x="283669" y="185737"/>
                </a:lnTo>
                <a:cubicBezTo>
                  <a:pt x="283695" y="185738"/>
                  <a:pt x="283716" y="185759"/>
                  <a:pt x="283716" y="185785"/>
                </a:cubicBezTo>
                <a:cubicBezTo>
                  <a:pt x="283716" y="185798"/>
                  <a:pt x="283711" y="185810"/>
                  <a:pt x="283702" y="185818"/>
                </a:cubicBezTo>
                <a:lnTo>
                  <a:pt x="220475" y="249045"/>
                </a:lnTo>
                <a:cubicBezTo>
                  <a:pt x="218583" y="250873"/>
                  <a:pt x="218531" y="253887"/>
                  <a:pt x="220358" y="255779"/>
                </a:cubicBezTo>
                <a:cubicBezTo>
                  <a:pt x="222185" y="257672"/>
                  <a:pt x="225201" y="257724"/>
                  <a:pt x="227092" y="255897"/>
                </a:cubicBezTo>
                <a:cubicBezTo>
                  <a:pt x="227132" y="255858"/>
                  <a:pt x="227171" y="255819"/>
                  <a:pt x="227209" y="255779"/>
                </a:cubicBezTo>
                <a:lnTo>
                  <a:pt x="298647" y="184342"/>
                </a:lnTo>
                <a:cubicBezTo>
                  <a:pt x="300506" y="182482"/>
                  <a:pt x="300506" y="179467"/>
                  <a:pt x="298647" y="177608"/>
                </a:cubicBezTo>
                <a:close/>
                <a:moveTo>
                  <a:pt x="180975" y="9525"/>
                </a:moveTo>
                <a:cubicBezTo>
                  <a:pt x="275664" y="9525"/>
                  <a:pt x="352425" y="86285"/>
                  <a:pt x="352425" y="180975"/>
                </a:cubicBezTo>
                <a:cubicBezTo>
                  <a:pt x="352425" y="275664"/>
                  <a:pt x="275664" y="352425"/>
                  <a:pt x="180975" y="352425"/>
                </a:cubicBezTo>
                <a:cubicBezTo>
                  <a:pt x="86286" y="352425"/>
                  <a:pt x="9525" y="275664"/>
                  <a:pt x="9525" y="180975"/>
                </a:cubicBezTo>
                <a:cubicBezTo>
                  <a:pt x="9624" y="86327"/>
                  <a:pt x="86327" y="9624"/>
                  <a:pt x="180975" y="9525"/>
                </a:cubicBezTo>
                <a:close/>
                <a:moveTo>
                  <a:pt x="180975" y="0"/>
                </a:moveTo>
                <a:cubicBezTo>
                  <a:pt x="81026" y="0"/>
                  <a:pt x="0" y="81025"/>
                  <a:pt x="0" y="180975"/>
                </a:cubicBezTo>
                <a:cubicBezTo>
                  <a:pt x="0" y="280925"/>
                  <a:pt x="81026" y="361950"/>
                  <a:pt x="180975" y="361950"/>
                </a:cubicBezTo>
                <a:cubicBezTo>
                  <a:pt x="280925" y="361950"/>
                  <a:pt x="361950" y="280925"/>
                  <a:pt x="361950" y="180975"/>
                </a:cubicBezTo>
                <a:cubicBezTo>
                  <a:pt x="361950" y="81025"/>
                  <a:pt x="280925" y="0"/>
                  <a:pt x="180975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3FA31B6-89F3-8B0D-AE06-04D378404828}"/>
              </a:ext>
            </a:extLst>
          </p:cNvPr>
          <p:cNvCxnSpPr/>
          <p:nvPr/>
        </p:nvCxnSpPr>
        <p:spPr>
          <a:xfrm>
            <a:off x="660400" y="874215"/>
            <a:ext cx="0" cy="51816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hlinkClick r:id="rId2" action="ppaction://hlinksldjump"/>
            <a:extLst>
              <a:ext uri="{FF2B5EF4-FFF2-40B4-BE49-F238E27FC236}">
                <a16:creationId xmlns:a16="http://schemas.microsoft.com/office/drawing/2014/main" id="{76CC5E06-0E22-68A4-1004-B45ABC34D379}"/>
              </a:ext>
            </a:extLst>
          </p:cNvPr>
          <p:cNvSpPr/>
          <p:nvPr/>
        </p:nvSpPr>
        <p:spPr>
          <a:xfrm>
            <a:off x="571500" y="772615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hlinkClick r:id="rId3" action="ppaction://hlinksldjump"/>
            <a:extLst>
              <a:ext uri="{FF2B5EF4-FFF2-40B4-BE49-F238E27FC236}">
                <a16:creationId xmlns:a16="http://schemas.microsoft.com/office/drawing/2014/main" id="{1AE855EC-2631-392A-6825-F27F3F1C3C39}"/>
              </a:ext>
            </a:extLst>
          </p:cNvPr>
          <p:cNvSpPr/>
          <p:nvPr/>
        </p:nvSpPr>
        <p:spPr>
          <a:xfrm>
            <a:off x="571500" y="2056358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hlinkClick r:id="rId4" action="ppaction://hlinksldjump"/>
            <a:extLst>
              <a:ext uri="{FF2B5EF4-FFF2-40B4-BE49-F238E27FC236}">
                <a16:creationId xmlns:a16="http://schemas.microsoft.com/office/drawing/2014/main" id="{B06FD7E7-FA23-F8E9-B39F-F7AE2723083A}"/>
              </a:ext>
            </a:extLst>
          </p:cNvPr>
          <p:cNvSpPr/>
          <p:nvPr/>
        </p:nvSpPr>
        <p:spPr>
          <a:xfrm>
            <a:off x="482601" y="3251202"/>
            <a:ext cx="355598" cy="35559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Oval 45">
            <a:hlinkClick r:id="rId5" action="ppaction://hlinksldjump"/>
            <a:extLst>
              <a:ext uri="{FF2B5EF4-FFF2-40B4-BE49-F238E27FC236}">
                <a16:creationId xmlns:a16="http://schemas.microsoft.com/office/drawing/2014/main" id="{B3903564-A6DF-BD9D-92F0-21C4223043BB}"/>
              </a:ext>
            </a:extLst>
          </p:cNvPr>
          <p:cNvSpPr/>
          <p:nvPr/>
        </p:nvSpPr>
        <p:spPr>
          <a:xfrm>
            <a:off x="571500" y="4623844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hlinkClick r:id="rId6" action="ppaction://hlinksldjump"/>
            <a:extLst>
              <a:ext uri="{FF2B5EF4-FFF2-40B4-BE49-F238E27FC236}">
                <a16:creationId xmlns:a16="http://schemas.microsoft.com/office/drawing/2014/main" id="{1FFD949E-005F-EDBE-BD44-89BBA653CFE1}"/>
              </a:ext>
            </a:extLst>
          </p:cNvPr>
          <p:cNvSpPr/>
          <p:nvPr/>
        </p:nvSpPr>
        <p:spPr>
          <a:xfrm>
            <a:off x="571500" y="5907586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89DFEB8-1ECC-4EB3-E3F5-03ADCEE1F391}"/>
              </a:ext>
            </a:extLst>
          </p:cNvPr>
          <p:cNvSpPr txBox="1"/>
          <p:nvPr/>
        </p:nvSpPr>
        <p:spPr>
          <a:xfrm>
            <a:off x="749300" y="1166339"/>
            <a:ext cx="5095478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rs-AF" sz="2800" b="1" dirty="0">
                <a:solidFill>
                  <a:schemeClr val="bg1"/>
                </a:solidFill>
              </a:rPr>
              <a:t>2️⃣ آسیب‌های اخلاقی</a:t>
            </a:r>
          </a:p>
          <a:p>
            <a:pPr algn="r"/>
            <a:endParaRPr lang="en-US" b="1" dirty="0">
              <a:solidFill>
                <a:schemeClr val="bg1"/>
              </a:solidFill>
            </a:endParaRPr>
          </a:p>
          <a:p>
            <a:pPr algn="r"/>
            <a:r>
              <a:rPr lang="prs-AF" b="1" dirty="0">
                <a:solidFill>
                  <a:schemeClr val="bg1"/>
                </a:solidFill>
              </a:rPr>
              <a:t> نشر سخنان بی‌اساس و شایعات</a:t>
            </a:r>
          </a:p>
          <a:p>
            <a:pPr algn="r"/>
            <a:r>
              <a:rPr lang="prs-AF" dirty="0">
                <a:solidFill>
                  <a:schemeClr val="bg1"/>
                </a:solidFill>
              </a:rPr>
              <a:t>بسیاری بدون تحقیق خبرها را پخش می‌کنند و آبروی دیگران را خدشه‌دار می‌کنند.</a:t>
            </a:r>
          </a:p>
          <a:p>
            <a:pPr algn="r"/>
            <a:endParaRPr lang="en-US" b="1" dirty="0">
              <a:solidFill>
                <a:schemeClr val="bg1"/>
              </a:solidFill>
            </a:endParaRPr>
          </a:p>
          <a:p>
            <a:pPr algn="r"/>
            <a:r>
              <a:rPr lang="prs-AF" b="1" dirty="0">
                <a:solidFill>
                  <a:schemeClr val="bg1"/>
                </a:solidFill>
              </a:rPr>
              <a:t>دسترسی به محتوای غیراخلاقی</a:t>
            </a:r>
          </a:p>
          <a:p>
            <a:pPr algn="r"/>
            <a:r>
              <a:rPr lang="prs-AF" dirty="0">
                <a:solidFill>
                  <a:schemeClr val="bg1"/>
                </a:solidFill>
              </a:rPr>
              <a:t>این موارد باعث تخریب شخصیت، ضعف ایمان و کاهش ارزش‌های انسانی می‌شود.</a:t>
            </a:r>
          </a:p>
          <a:p>
            <a:pPr algn="r"/>
            <a:endParaRPr lang="en-US" b="1" dirty="0">
              <a:solidFill>
                <a:schemeClr val="bg1"/>
              </a:solidFill>
            </a:endParaRPr>
          </a:p>
          <a:p>
            <a:pPr algn="r"/>
            <a:r>
              <a:rPr lang="prs-AF" b="1" dirty="0">
                <a:solidFill>
                  <a:schemeClr val="bg1"/>
                </a:solidFill>
              </a:rPr>
              <a:t>تلاف وقت و بی‌انضباطی</a:t>
            </a:r>
          </a:p>
          <a:p>
            <a:pPr algn="r"/>
            <a:r>
              <a:rPr lang="prs-AF" dirty="0">
                <a:solidFill>
                  <a:schemeClr val="bg1"/>
                </a:solidFill>
              </a:rPr>
              <a:t>ساعت‌ها وقت به کارهای بدون هدف در فضای مجازی اختصاص داده می‌شود.</a:t>
            </a:r>
          </a:p>
          <a:p>
            <a:pPr algn="r"/>
            <a:endParaRPr lang="en-US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49DA86-64BF-26FB-26A7-19AA2F47AFEB}"/>
              </a:ext>
            </a:extLst>
          </p:cNvPr>
          <p:cNvSpPr txBox="1"/>
          <p:nvPr/>
        </p:nvSpPr>
        <p:spPr>
          <a:xfrm>
            <a:off x="8431851" y="6284247"/>
            <a:ext cx="34718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bg1"/>
                </a:solidFill>
              </a:rPr>
              <a:t>Created by: Elham Sadiqi</a:t>
            </a:r>
            <a:r>
              <a:rPr lang="prs-AF" sz="1200" dirty="0">
                <a:solidFill>
                  <a:schemeClr val="bg1"/>
                </a:solidFill>
              </a:rPr>
              <a:t> </a:t>
            </a:r>
            <a:endParaRPr lang="en-US" sz="1200" dirty="0">
              <a:solidFill>
                <a:schemeClr val="bg1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D8067E75-4CE8-F754-5DCC-7B28585EB6F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86" r="22686"/>
          <a:stretch>
            <a:fillRect/>
          </a:stretch>
        </p:blipFill>
        <p:spPr/>
      </p:pic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790ADBE3-50D2-7F65-DAA2-D8C852F6F1B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46" r="23546"/>
          <a:stretch>
            <a:fillRect/>
          </a:stretch>
        </p:blipFill>
        <p:spPr/>
      </p:pic>
      <p:pic>
        <p:nvPicPr>
          <p:cNvPr id="27" name="Picture Placeholder 12">
            <a:extLst>
              <a:ext uri="{FF2B5EF4-FFF2-40B4-BE49-F238E27FC236}">
                <a16:creationId xmlns:a16="http://schemas.microsoft.com/office/drawing/2014/main" id="{6DAC8F39-39A8-5765-60A9-57EE136F53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6" r="19706"/>
          <a:stretch>
            <a:fillRect/>
          </a:stretch>
        </p:blipFill>
        <p:spPr>
          <a:xfrm>
            <a:off x="10857581" y="1894901"/>
            <a:ext cx="1905919" cy="2093204"/>
          </a:xfrm>
          <a:custGeom>
            <a:avLst/>
            <a:gdLst>
              <a:gd name="connsiteX0" fmla="*/ 60399 w 1905919"/>
              <a:gd name="connsiteY0" fmla="*/ 0 h 2093204"/>
              <a:gd name="connsiteX1" fmla="*/ 1845520 w 1905919"/>
              <a:gd name="connsiteY1" fmla="*/ 0 h 2093204"/>
              <a:gd name="connsiteX2" fmla="*/ 1905919 w 1905919"/>
              <a:gd name="connsiteY2" fmla="*/ 60399 h 2093204"/>
              <a:gd name="connsiteX3" fmla="*/ 1905919 w 1905919"/>
              <a:gd name="connsiteY3" fmla="*/ 2032805 h 2093204"/>
              <a:gd name="connsiteX4" fmla="*/ 1845520 w 1905919"/>
              <a:gd name="connsiteY4" fmla="*/ 2093204 h 2093204"/>
              <a:gd name="connsiteX5" fmla="*/ 60399 w 1905919"/>
              <a:gd name="connsiteY5" fmla="*/ 2093204 h 2093204"/>
              <a:gd name="connsiteX6" fmla="*/ 0 w 1905919"/>
              <a:gd name="connsiteY6" fmla="*/ 2032805 h 2093204"/>
              <a:gd name="connsiteX7" fmla="*/ 0 w 1905919"/>
              <a:gd name="connsiteY7" fmla="*/ 60399 h 2093204"/>
              <a:gd name="connsiteX8" fmla="*/ 60399 w 1905919"/>
              <a:gd name="connsiteY8" fmla="*/ 0 h 209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05919" h="2093204">
                <a:moveTo>
                  <a:pt x="60399" y="0"/>
                </a:moveTo>
                <a:lnTo>
                  <a:pt x="1845520" y="0"/>
                </a:lnTo>
                <a:cubicBezTo>
                  <a:pt x="1878877" y="0"/>
                  <a:pt x="1905919" y="27042"/>
                  <a:pt x="1905919" y="60399"/>
                </a:cubicBezTo>
                <a:lnTo>
                  <a:pt x="1905919" y="2032805"/>
                </a:lnTo>
                <a:cubicBezTo>
                  <a:pt x="1905919" y="2066162"/>
                  <a:pt x="1878877" y="2093204"/>
                  <a:pt x="1845520" y="2093204"/>
                </a:cubicBezTo>
                <a:lnTo>
                  <a:pt x="60399" y="2093204"/>
                </a:lnTo>
                <a:cubicBezTo>
                  <a:pt x="27042" y="2093204"/>
                  <a:pt x="0" y="2066162"/>
                  <a:pt x="0" y="2032805"/>
                </a:cubicBezTo>
                <a:lnTo>
                  <a:pt x="0" y="60399"/>
                </a:lnTo>
                <a:cubicBezTo>
                  <a:pt x="0" y="27042"/>
                  <a:pt x="27042" y="0"/>
                  <a:pt x="60399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8308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reeform: Shape 39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7F24EE4-5258-22CF-68F9-D66D10D1F75C}"/>
              </a:ext>
            </a:extLst>
          </p:cNvPr>
          <p:cNvSpPr/>
          <p:nvPr/>
        </p:nvSpPr>
        <p:spPr>
          <a:xfrm>
            <a:off x="6674691" y="4928595"/>
            <a:ext cx="361950" cy="361950"/>
          </a:xfrm>
          <a:custGeom>
            <a:avLst/>
            <a:gdLst>
              <a:gd name="connsiteX0" fmla="*/ 227210 w 361950"/>
              <a:gd name="connsiteY0" fmla="*/ 106170 h 361950"/>
              <a:gd name="connsiteX1" fmla="*/ 298648 w 361950"/>
              <a:gd name="connsiteY1" fmla="*/ 177608 h 361950"/>
              <a:gd name="connsiteX2" fmla="*/ 298648 w 361950"/>
              <a:gd name="connsiteY2" fmla="*/ 184342 h 361950"/>
              <a:gd name="connsiteX3" fmla="*/ 227210 w 361950"/>
              <a:gd name="connsiteY3" fmla="*/ 255779 h 361950"/>
              <a:gd name="connsiteX4" fmla="*/ 227093 w 361950"/>
              <a:gd name="connsiteY4" fmla="*/ 255897 h 361950"/>
              <a:gd name="connsiteX5" fmla="*/ 220359 w 361950"/>
              <a:gd name="connsiteY5" fmla="*/ 255779 h 361950"/>
              <a:gd name="connsiteX6" fmla="*/ 220476 w 361950"/>
              <a:gd name="connsiteY6" fmla="*/ 249045 h 361950"/>
              <a:gd name="connsiteX7" fmla="*/ 283703 w 361950"/>
              <a:gd name="connsiteY7" fmla="*/ 185818 h 361950"/>
              <a:gd name="connsiteX8" fmla="*/ 283717 w 361950"/>
              <a:gd name="connsiteY8" fmla="*/ 185785 h 361950"/>
              <a:gd name="connsiteX9" fmla="*/ 283670 w 361950"/>
              <a:gd name="connsiteY9" fmla="*/ 185737 h 361950"/>
              <a:gd name="connsiteX10" fmla="*/ 63504 w 361950"/>
              <a:gd name="connsiteY10" fmla="*/ 185737 h 361950"/>
              <a:gd name="connsiteX11" fmla="*/ 58741 w 361950"/>
              <a:gd name="connsiteY11" fmla="*/ 180975 h 361950"/>
              <a:gd name="connsiteX12" fmla="*/ 63504 w 361950"/>
              <a:gd name="connsiteY12" fmla="*/ 176212 h 361950"/>
              <a:gd name="connsiteX13" fmla="*/ 283670 w 361950"/>
              <a:gd name="connsiteY13" fmla="*/ 176212 h 361950"/>
              <a:gd name="connsiteX14" fmla="*/ 283703 w 361950"/>
              <a:gd name="connsiteY14" fmla="*/ 176131 h 361950"/>
              <a:gd name="connsiteX15" fmla="*/ 220476 w 361950"/>
              <a:gd name="connsiteY15" fmla="*/ 112904 h 361950"/>
              <a:gd name="connsiteX16" fmla="*/ 220476 w 361950"/>
              <a:gd name="connsiteY16" fmla="*/ 106287 h 361950"/>
              <a:gd name="connsiteX17" fmla="*/ 227210 w 361950"/>
              <a:gd name="connsiteY17" fmla="*/ 106170 h 361950"/>
              <a:gd name="connsiteX18" fmla="*/ 180975 w 361950"/>
              <a:gd name="connsiteY18" fmla="*/ 9525 h 361950"/>
              <a:gd name="connsiteX19" fmla="*/ 9525 w 361950"/>
              <a:gd name="connsiteY19" fmla="*/ 180975 h 361950"/>
              <a:gd name="connsiteX20" fmla="*/ 180975 w 361950"/>
              <a:gd name="connsiteY20" fmla="*/ 352425 h 361950"/>
              <a:gd name="connsiteX21" fmla="*/ 352425 w 361950"/>
              <a:gd name="connsiteY21" fmla="*/ 180975 h 361950"/>
              <a:gd name="connsiteX22" fmla="*/ 180975 w 361950"/>
              <a:gd name="connsiteY22" fmla="*/ 9525 h 361950"/>
              <a:gd name="connsiteX23" fmla="*/ 180975 w 361950"/>
              <a:gd name="connsiteY23" fmla="*/ 0 h 361950"/>
              <a:gd name="connsiteX24" fmla="*/ 361950 w 361950"/>
              <a:gd name="connsiteY24" fmla="*/ 180975 h 361950"/>
              <a:gd name="connsiteX25" fmla="*/ 180975 w 361950"/>
              <a:gd name="connsiteY25" fmla="*/ 361950 h 361950"/>
              <a:gd name="connsiteX26" fmla="*/ 0 w 361950"/>
              <a:gd name="connsiteY26" fmla="*/ 180975 h 361950"/>
              <a:gd name="connsiteX27" fmla="*/ 180975 w 361950"/>
              <a:gd name="connsiteY27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61950" h="361950">
                <a:moveTo>
                  <a:pt x="227210" y="106170"/>
                </a:moveTo>
                <a:lnTo>
                  <a:pt x="298648" y="177608"/>
                </a:lnTo>
                <a:cubicBezTo>
                  <a:pt x="300507" y="179467"/>
                  <a:pt x="300507" y="182482"/>
                  <a:pt x="298648" y="184342"/>
                </a:cubicBezTo>
                <a:lnTo>
                  <a:pt x="227210" y="255779"/>
                </a:lnTo>
                <a:cubicBezTo>
                  <a:pt x="227172" y="255819"/>
                  <a:pt x="227133" y="255858"/>
                  <a:pt x="227093" y="255897"/>
                </a:cubicBezTo>
                <a:cubicBezTo>
                  <a:pt x="225202" y="257724"/>
                  <a:pt x="222186" y="257672"/>
                  <a:pt x="220359" y="255779"/>
                </a:cubicBezTo>
                <a:cubicBezTo>
                  <a:pt x="218532" y="253887"/>
                  <a:pt x="218584" y="250873"/>
                  <a:pt x="220476" y="249045"/>
                </a:cubicBezTo>
                <a:lnTo>
                  <a:pt x="283703" y="185818"/>
                </a:lnTo>
                <a:cubicBezTo>
                  <a:pt x="283712" y="185810"/>
                  <a:pt x="283717" y="185798"/>
                  <a:pt x="283717" y="185785"/>
                </a:cubicBezTo>
                <a:cubicBezTo>
                  <a:pt x="283717" y="185759"/>
                  <a:pt x="283696" y="185738"/>
                  <a:pt x="283670" y="185737"/>
                </a:cubicBezTo>
                <a:lnTo>
                  <a:pt x="63504" y="185737"/>
                </a:lnTo>
                <a:cubicBezTo>
                  <a:pt x="60873" y="185737"/>
                  <a:pt x="58741" y="183605"/>
                  <a:pt x="58741" y="180975"/>
                </a:cubicBezTo>
                <a:cubicBezTo>
                  <a:pt x="58741" y="178344"/>
                  <a:pt x="60873" y="176212"/>
                  <a:pt x="63504" y="176212"/>
                </a:cubicBezTo>
                <a:lnTo>
                  <a:pt x="283670" y="176212"/>
                </a:lnTo>
                <a:cubicBezTo>
                  <a:pt x="283732" y="176212"/>
                  <a:pt x="283746" y="176174"/>
                  <a:pt x="283703" y="176131"/>
                </a:cubicBezTo>
                <a:lnTo>
                  <a:pt x="220476" y="112904"/>
                </a:lnTo>
                <a:cubicBezTo>
                  <a:pt x="218694" y="111059"/>
                  <a:pt x="218694" y="108133"/>
                  <a:pt x="220476" y="106287"/>
                </a:cubicBezTo>
                <a:cubicBezTo>
                  <a:pt x="222304" y="104395"/>
                  <a:pt x="225318" y="104342"/>
                  <a:pt x="227210" y="106170"/>
                </a:cubicBezTo>
                <a:close/>
                <a:moveTo>
                  <a:pt x="180975" y="9525"/>
                </a:moveTo>
                <a:cubicBezTo>
                  <a:pt x="86327" y="9624"/>
                  <a:pt x="9624" y="86327"/>
                  <a:pt x="9525" y="180975"/>
                </a:cubicBezTo>
                <a:cubicBezTo>
                  <a:pt x="9525" y="275664"/>
                  <a:pt x="86286" y="352425"/>
                  <a:pt x="180975" y="352425"/>
                </a:cubicBezTo>
                <a:cubicBezTo>
                  <a:pt x="275664" y="352425"/>
                  <a:pt x="352425" y="275664"/>
                  <a:pt x="352425" y="180975"/>
                </a:cubicBezTo>
                <a:cubicBezTo>
                  <a:pt x="352425" y="86285"/>
                  <a:pt x="275664" y="9525"/>
                  <a:pt x="180975" y="9525"/>
                </a:cubicBezTo>
                <a:close/>
                <a:moveTo>
                  <a:pt x="180975" y="0"/>
                </a:moveTo>
                <a:cubicBezTo>
                  <a:pt x="280925" y="0"/>
                  <a:pt x="361950" y="81025"/>
                  <a:pt x="361950" y="180975"/>
                </a:cubicBezTo>
                <a:cubicBezTo>
                  <a:pt x="361950" y="280925"/>
                  <a:pt x="280925" y="361950"/>
                  <a:pt x="180975" y="361950"/>
                </a:cubicBezTo>
                <a:cubicBezTo>
                  <a:pt x="81026" y="361950"/>
                  <a:pt x="0" y="280925"/>
                  <a:pt x="0" y="180975"/>
                </a:cubicBezTo>
                <a:cubicBezTo>
                  <a:pt x="0" y="81025"/>
                  <a:pt x="81026" y="0"/>
                  <a:pt x="180975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Freeform: Shape 40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F52B2D2-8CBC-DBC5-BCE5-F75EB0E70055}"/>
              </a:ext>
            </a:extLst>
          </p:cNvPr>
          <p:cNvSpPr/>
          <p:nvPr/>
        </p:nvSpPr>
        <p:spPr>
          <a:xfrm flipH="1">
            <a:off x="6042024" y="4928595"/>
            <a:ext cx="361950" cy="361950"/>
          </a:xfrm>
          <a:custGeom>
            <a:avLst/>
            <a:gdLst>
              <a:gd name="connsiteX0" fmla="*/ 227209 w 361950"/>
              <a:gd name="connsiteY0" fmla="*/ 106170 h 361950"/>
              <a:gd name="connsiteX1" fmla="*/ 220475 w 361950"/>
              <a:gd name="connsiteY1" fmla="*/ 106287 h 361950"/>
              <a:gd name="connsiteX2" fmla="*/ 220475 w 361950"/>
              <a:gd name="connsiteY2" fmla="*/ 112904 h 361950"/>
              <a:gd name="connsiteX3" fmla="*/ 283702 w 361950"/>
              <a:gd name="connsiteY3" fmla="*/ 176131 h 361950"/>
              <a:gd name="connsiteX4" fmla="*/ 283669 w 361950"/>
              <a:gd name="connsiteY4" fmla="*/ 176212 h 361950"/>
              <a:gd name="connsiteX5" fmla="*/ 63503 w 361950"/>
              <a:gd name="connsiteY5" fmla="*/ 176212 h 361950"/>
              <a:gd name="connsiteX6" fmla="*/ 58740 w 361950"/>
              <a:gd name="connsiteY6" fmla="*/ 180975 h 361950"/>
              <a:gd name="connsiteX7" fmla="*/ 63503 w 361950"/>
              <a:gd name="connsiteY7" fmla="*/ 185737 h 361950"/>
              <a:gd name="connsiteX8" fmla="*/ 283669 w 361950"/>
              <a:gd name="connsiteY8" fmla="*/ 185737 h 361950"/>
              <a:gd name="connsiteX9" fmla="*/ 283716 w 361950"/>
              <a:gd name="connsiteY9" fmla="*/ 185785 h 361950"/>
              <a:gd name="connsiteX10" fmla="*/ 283702 w 361950"/>
              <a:gd name="connsiteY10" fmla="*/ 185818 h 361950"/>
              <a:gd name="connsiteX11" fmla="*/ 220475 w 361950"/>
              <a:gd name="connsiteY11" fmla="*/ 249045 h 361950"/>
              <a:gd name="connsiteX12" fmla="*/ 220358 w 361950"/>
              <a:gd name="connsiteY12" fmla="*/ 255779 h 361950"/>
              <a:gd name="connsiteX13" fmla="*/ 227092 w 361950"/>
              <a:gd name="connsiteY13" fmla="*/ 255897 h 361950"/>
              <a:gd name="connsiteX14" fmla="*/ 227209 w 361950"/>
              <a:gd name="connsiteY14" fmla="*/ 255779 h 361950"/>
              <a:gd name="connsiteX15" fmla="*/ 298647 w 361950"/>
              <a:gd name="connsiteY15" fmla="*/ 184342 h 361950"/>
              <a:gd name="connsiteX16" fmla="*/ 298647 w 361950"/>
              <a:gd name="connsiteY16" fmla="*/ 177608 h 361950"/>
              <a:gd name="connsiteX17" fmla="*/ 180975 w 361950"/>
              <a:gd name="connsiteY17" fmla="*/ 9525 h 361950"/>
              <a:gd name="connsiteX18" fmla="*/ 352425 w 361950"/>
              <a:gd name="connsiteY18" fmla="*/ 180975 h 361950"/>
              <a:gd name="connsiteX19" fmla="*/ 180975 w 361950"/>
              <a:gd name="connsiteY19" fmla="*/ 352425 h 361950"/>
              <a:gd name="connsiteX20" fmla="*/ 9525 w 361950"/>
              <a:gd name="connsiteY20" fmla="*/ 180975 h 361950"/>
              <a:gd name="connsiteX21" fmla="*/ 180975 w 361950"/>
              <a:gd name="connsiteY21" fmla="*/ 9525 h 361950"/>
              <a:gd name="connsiteX22" fmla="*/ 180975 w 361950"/>
              <a:gd name="connsiteY22" fmla="*/ 0 h 361950"/>
              <a:gd name="connsiteX23" fmla="*/ 0 w 361950"/>
              <a:gd name="connsiteY23" fmla="*/ 180975 h 361950"/>
              <a:gd name="connsiteX24" fmla="*/ 180975 w 361950"/>
              <a:gd name="connsiteY24" fmla="*/ 361950 h 361950"/>
              <a:gd name="connsiteX25" fmla="*/ 361950 w 361950"/>
              <a:gd name="connsiteY25" fmla="*/ 180975 h 361950"/>
              <a:gd name="connsiteX26" fmla="*/ 180975 w 361950"/>
              <a:gd name="connsiteY26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1950" h="361950">
                <a:moveTo>
                  <a:pt x="227209" y="106170"/>
                </a:moveTo>
                <a:cubicBezTo>
                  <a:pt x="225317" y="104342"/>
                  <a:pt x="222303" y="104395"/>
                  <a:pt x="220475" y="106287"/>
                </a:cubicBezTo>
                <a:cubicBezTo>
                  <a:pt x="218693" y="108133"/>
                  <a:pt x="218693" y="111059"/>
                  <a:pt x="220475" y="112904"/>
                </a:cubicBezTo>
                <a:lnTo>
                  <a:pt x="283702" y="176131"/>
                </a:lnTo>
                <a:cubicBezTo>
                  <a:pt x="283745" y="176174"/>
                  <a:pt x="283731" y="176212"/>
                  <a:pt x="283669" y="176212"/>
                </a:cubicBezTo>
                <a:lnTo>
                  <a:pt x="63503" y="176212"/>
                </a:lnTo>
                <a:cubicBezTo>
                  <a:pt x="60872" y="176212"/>
                  <a:pt x="58740" y="178344"/>
                  <a:pt x="58740" y="180975"/>
                </a:cubicBezTo>
                <a:cubicBezTo>
                  <a:pt x="58740" y="183605"/>
                  <a:pt x="60872" y="185737"/>
                  <a:pt x="63503" y="185737"/>
                </a:cubicBezTo>
                <a:lnTo>
                  <a:pt x="283669" y="185737"/>
                </a:lnTo>
                <a:cubicBezTo>
                  <a:pt x="283695" y="185738"/>
                  <a:pt x="283716" y="185759"/>
                  <a:pt x="283716" y="185785"/>
                </a:cubicBezTo>
                <a:cubicBezTo>
                  <a:pt x="283716" y="185798"/>
                  <a:pt x="283711" y="185810"/>
                  <a:pt x="283702" y="185818"/>
                </a:cubicBezTo>
                <a:lnTo>
                  <a:pt x="220475" y="249045"/>
                </a:lnTo>
                <a:cubicBezTo>
                  <a:pt x="218583" y="250873"/>
                  <a:pt x="218531" y="253887"/>
                  <a:pt x="220358" y="255779"/>
                </a:cubicBezTo>
                <a:cubicBezTo>
                  <a:pt x="222185" y="257672"/>
                  <a:pt x="225201" y="257724"/>
                  <a:pt x="227092" y="255897"/>
                </a:cubicBezTo>
                <a:cubicBezTo>
                  <a:pt x="227132" y="255858"/>
                  <a:pt x="227171" y="255819"/>
                  <a:pt x="227209" y="255779"/>
                </a:cubicBezTo>
                <a:lnTo>
                  <a:pt x="298647" y="184342"/>
                </a:lnTo>
                <a:cubicBezTo>
                  <a:pt x="300506" y="182482"/>
                  <a:pt x="300506" y="179467"/>
                  <a:pt x="298647" y="177608"/>
                </a:cubicBezTo>
                <a:close/>
                <a:moveTo>
                  <a:pt x="180975" y="9525"/>
                </a:moveTo>
                <a:cubicBezTo>
                  <a:pt x="275664" y="9525"/>
                  <a:pt x="352425" y="86285"/>
                  <a:pt x="352425" y="180975"/>
                </a:cubicBezTo>
                <a:cubicBezTo>
                  <a:pt x="352425" y="275664"/>
                  <a:pt x="275664" y="352425"/>
                  <a:pt x="180975" y="352425"/>
                </a:cubicBezTo>
                <a:cubicBezTo>
                  <a:pt x="86286" y="352425"/>
                  <a:pt x="9525" y="275664"/>
                  <a:pt x="9525" y="180975"/>
                </a:cubicBezTo>
                <a:cubicBezTo>
                  <a:pt x="9624" y="86327"/>
                  <a:pt x="86327" y="9624"/>
                  <a:pt x="180975" y="9525"/>
                </a:cubicBezTo>
                <a:close/>
                <a:moveTo>
                  <a:pt x="180975" y="0"/>
                </a:moveTo>
                <a:cubicBezTo>
                  <a:pt x="81026" y="0"/>
                  <a:pt x="0" y="81025"/>
                  <a:pt x="0" y="180975"/>
                </a:cubicBezTo>
                <a:cubicBezTo>
                  <a:pt x="0" y="280925"/>
                  <a:pt x="81026" y="361950"/>
                  <a:pt x="180975" y="361950"/>
                </a:cubicBezTo>
                <a:cubicBezTo>
                  <a:pt x="280925" y="361950"/>
                  <a:pt x="361950" y="280925"/>
                  <a:pt x="361950" y="180975"/>
                </a:cubicBezTo>
                <a:cubicBezTo>
                  <a:pt x="361950" y="81025"/>
                  <a:pt x="280925" y="0"/>
                  <a:pt x="180975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E8F3CFE-B61C-196A-EF87-0363A19A6DA5}"/>
              </a:ext>
            </a:extLst>
          </p:cNvPr>
          <p:cNvCxnSpPr/>
          <p:nvPr/>
        </p:nvCxnSpPr>
        <p:spPr>
          <a:xfrm>
            <a:off x="660400" y="874215"/>
            <a:ext cx="0" cy="51816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hlinkClick r:id="rId2" action="ppaction://hlinksldjump"/>
            <a:extLst>
              <a:ext uri="{FF2B5EF4-FFF2-40B4-BE49-F238E27FC236}">
                <a16:creationId xmlns:a16="http://schemas.microsoft.com/office/drawing/2014/main" id="{D17DF177-A2E8-CCED-2A87-95ABEE5B63F0}"/>
              </a:ext>
            </a:extLst>
          </p:cNvPr>
          <p:cNvSpPr/>
          <p:nvPr/>
        </p:nvSpPr>
        <p:spPr>
          <a:xfrm>
            <a:off x="571500" y="772615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hlinkClick r:id="rId3" action="ppaction://hlinksldjump"/>
            <a:extLst>
              <a:ext uri="{FF2B5EF4-FFF2-40B4-BE49-F238E27FC236}">
                <a16:creationId xmlns:a16="http://schemas.microsoft.com/office/drawing/2014/main" id="{2DDCB084-038A-DD69-9695-16B476375C16}"/>
              </a:ext>
            </a:extLst>
          </p:cNvPr>
          <p:cNvSpPr/>
          <p:nvPr/>
        </p:nvSpPr>
        <p:spPr>
          <a:xfrm>
            <a:off x="571500" y="2056358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hlinkClick r:id="rId4" action="ppaction://hlinksldjump"/>
            <a:extLst>
              <a:ext uri="{FF2B5EF4-FFF2-40B4-BE49-F238E27FC236}">
                <a16:creationId xmlns:a16="http://schemas.microsoft.com/office/drawing/2014/main" id="{2CAE00B7-3FCC-FC96-07CD-B65F394FFFAD}"/>
              </a:ext>
            </a:extLst>
          </p:cNvPr>
          <p:cNvSpPr/>
          <p:nvPr/>
        </p:nvSpPr>
        <p:spPr>
          <a:xfrm>
            <a:off x="571500" y="3340101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hlinkClick r:id="rId5" action="ppaction://hlinksldjump"/>
            <a:extLst>
              <a:ext uri="{FF2B5EF4-FFF2-40B4-BE49-F238E27FC236}">
                <a16:creationId xmlns:a16="http://schemas.microsoft.com/office/drawing/2014/main" id="{D53EC54C-C7A1-329B-2809-322FD357C57E}"/>
              </a:ext>
            </a:extLst>
          </p:cNvPr>
          <p:cNvSpPr/>
          <p:nvPr/>
        </p:nvSpPr>
        <p:spPr>
          <a:xfrm>
            <a:off x="474134" y="4526478"/>
            <a:ext cx="372532" cy="3725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>
            <a:hlinkClick r:id="rId6" action="ppaction://hlinksldjump"/>
            <a:extLst>
              <a:ext uri="{FF2B5EF4-FFF2-40B4-BE49-F238E27FC236}">
                <a16:creationId xmlns:a16="http://schemas.microsoft.com/office/drawing/2014/main" id="{C0A5D6B3-CE31-D605-DCCF-6C8346CD58FF}"/>
              </a:ext>
            </a:extLst>
          </p:cNvPr>
          <p:cNvSpPr/>
          <p:nvPr/>
        </p:nvSpPr>
        <p:spPr>
          <a:xfrm>
            <a:off x="571500" y="5907586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C04075B-21C9-DA1F-B936-AFEDCB9E81F2}"/>
              </a:ext>
            </a:extLst>
          </p:cNvPr>
          <p:cNvSpPr txBox="1"/>
          <p:nvPr/>
        </p:nvSpPr>
        <p:spPr>
          <a:xfrm>
            <a:off x="1407610" y="1262363"/>
            <a:ext cx="4499055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rs-AF" sz="2800" b="1" dirty="0">
                <a:solidFill>
                  <a:schemeClr val="bg1"/>
                </a:solidFill>
              </a:rPr>
              <a:t>3️⃣ آسیب‌های روانی</a:t>
            </a:r>
          </a:p>
          <a:p>
            <a:pPr algn="r"/>
            <a:endParaRPr lang="en-US" b="1" dirty="0">
              <a:solidFill>
                <a:schemeClr val="bg1"/>
              </a:solidFill>
            </a:endParaRPr>
          </a:p>
          <a:p>
            <a:pPr algn="r"/>
            <a:r>
              <a:rPr lang="prs-AF" b="1" dirty="0">
                <a:solidFill>
                  <a:schemeClr val="bg1"/>
                </a:solidFill>
              </a:rPr>
              <a:t>اعتیاد به گوشی یا بازی</a:t>
            </a:r>
          </a:p>
          <a:p>
            <a:pPr algn="r"/>
            <a:r>
              <a:rPr lang="prs-AF" dirty="0">
                <a:solidFill>
                  <a:schemeClr val="bg1"/>
                </a:solidFill>
              </a:rPr>
              <a:t>باعث بی‌حوصلگی، اضطراب و افسردگی می‌شود.</a:t>
            </a:r>
          </a:p>
          <a:p>
            <a:pPr algn="r"/>
            <a:endParaRPr lang="en-US" b="1" dirty="0">
              <a:solidFill>
                <a:schemeClr val="bg1"/>
              </a:solidFill>
            </a:endParaRPr>
          </a:p>
          <a:p>
            <a:pPr algn="r"/>
            <a:r>
              <a:rPr lang="prs-AF" b="1" dirty="0">
                <a:solidFill>
                  <a:schemeClr val="bg1"/>
                </a:solidFill>
              </a:rPr>
              <a:t>مقایسه‌گری</a:t>
            </a:r>
          </a:p>
          <a:p>
            <a:pPr algn="r"/>
            <a:r>
              <a:rPr lang="prs-AF" dirty="0">
                <a:solidFill>
                  <a:schemeClr val="bg1"/>
                </a:solidFill>
              </a:rPr>
              <a:t>دیدن زندگی‌های «فیک» در شبکه‌های اجتماعی باعث کاهش اعتماد به نفس می‌شود.</a:t>
            </a:r>
          </a:p>
          <a:p>
            <a:pPr algn="r"/>
            <a:endParaRPr lang="en-US" b="1" dirty="0">
              <a:solidFill>
                <a:schemeClr val="bg1"/>
              </a:solidFill>
            </a:endParaRPr>
          </a:p>
          <a:p>
            <a:pPr algn="r"/>
            <a:r>
              <a:rPr lang="prs-AF" b="1" dirty="0">
                <a:solidFill>
                  <a:schemeClr val="bg1"/>
                </a:solidFill>
              </a:rPr>
              <a:t> کاهش تمرکز</a:t>
            </a:r>
          </a:p>
          <a:p>
            <a:pPr algn="r"/>
            <a:r>
              <a:rPr lang="prs-AF" dirty="0">
                <a:solidFill>
                  <a:schemeClr val="bg1"/>
                </a:solidFill>
              </a:rPr>
              <a:t>استفاده زیاد از تکنالوژی باعث افت تحصیلی و کاهش توانایی ذهنی می‌شود.</a:t>
            </a:r>
          </a:p>
          <a:p>
            <a:pPr algn="r"/>
            <a:endParaRPr lang="en-US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C504E0-1853-138C-7042-5401B84005AB}"/>
              </a:ext>
            </a:extLst>
          </p:cNvPr>
          <p:cNvSpPr txBox="1"/>
          <p:nvPr/>
        </p:nvSpPr>
        <p:spPr>
          <a:xfrm>
            <a:off x="8431851" y="6284247"/>
            <a:ext cx="34718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bg1"/>
                </a:solidFill>
              </a:rPr>
              <a:t>Created by: Elham Sadiqi</a:t>
            </a:r>
            <a:r>
              <a:rPr lang="prs-AF" sz="1200" dirty="0">
                <a:solidFill>
                  <a:schemeClr val="bg1"/>
                </a:solidFill>
              </a:rPr>
              <a:t> </a:t>
            </a:r>
            <a:endParaRPr lang="en-US" sz="1200" dirty="0">
              <a:solidFill>
                <a:schemeClr val="bg1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370BEC0F-1B8F-0998-014A-5388628449E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9" r="27779"/>
          <a:stretch>
            <a:fillRect/>
          </a:stretch>
        </p:blipFill>
        <p:spPr/>
      </p:pic>
      <p:pic>
        <p:nvPicPr>
          <p:cNvPr id="8" name="Picture Placeholder 12">
            <a:extLst>
              <a:ext uri="{FF2B5EF4-FFF2-40B4-BE49-F238E27FC236}">
                <a16:creationId xmlns:a16="http://schemas.microsoft.com/office/drawing/2014/main" id="{EA4778CC-D9C6-86D0-9AC9-0FAE54F784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06" r="19706"/>
          <a:stretch>
            <a:fillRect/>
          </a:stretch>
        </p:blipFill>
        <p:spPr>
          <a:xfrm>
            <a:off x="8835527" y="1894901"/>
            <a:ext cx="1905919" cy="2093204"/>
          </a:xfrm>
          <a:custGeom>
            <a:avLst/>
            <a:gdLst>
              <a:gd name="connsiteX0" fmla="*/ 60399 w 1905919"/>
              <a:gd name="connsiteY0" fmla="*/ 0 h 2093204"/>
              <a:gd name="connsiteX1" fmla="*/ 1845520 w 1905919"/>
              <a:gd name="connsiteY1" fmla="*/ 0 h 2093204"/>
              <a:gd name="connsiteX2" fmla="*/ 1905919 w 1905919"/>
              <a:gd name="connsiteY2" fmla="*/ 60399 h 2093204"/>
              <a:gd name="connsiteX3" fmla="*/ 1905919 w 1905919"/>
              <a:gd name="connsiteY3" fmla="*/ 2032805 h 2093204"/>
              <a:gd name="connsiteX4" fmla="*/ 1845520 w 1905919"/>
              <a:gd name="connsiteY4" fmla="*/ 2093204 h 2093204"/>
              <a:gd name="connsiteX5" fmla="*/ 60399 w 1905919"/>
              <a:gd name="connsiteY5" fmla="*/ 2093204 h 2093204"/>
              <a:gd name="connsiteX6" fmla="*/ 0 w 1905919"/>
              <a:gd name="connsiteY6" fmla="*/ 2032805 h 2093204"/>
              <a:gd name="connsiteX7" fmla="*/ 0 w 1905919"/>
              <a:gd name="connsiteY7" fmla="*/ 60399 h 2093204"/>
              <a:gd name="connsiteX8" fmla="*/ 60399 w 1905919"/>
              <a:gd name="connsiteY8" fmla="*/ 0 h 209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05919" h="2093204">
                <a:moveTo>
                  <a:pt x="60399" y="0"/>
                </a:moveTo>
                <a:lnTo>
                  <a:pt x="1845520" y="0"/>
                </a:lnTo>
                <a:cubicBezTo>
                  <a:pt x="1878877" y="0"/>
                  <a:pt x="1905919" y="27042"/>
                  <a:pt x="1905919" y="60399"/>
                </a:cubicBezTo>
                <a:lnTo>
                  <a:pt x="1905919" y="2032805"/>
                </a:lnTo>
                <a:cubicBezTo>
                  <a:pt x="1905919" y="2066162"/>
                  <a:pt x="1878877" y="2093204"/>
                  <a:pt x="1845520" y="2093204"/>
                </a:cubicBezTo>
                <a:lnTo>
                  <a:pt x="60399" y="2093204"/>
                </a:lnTo>
                <a:cubicBezTo>
                  <a:pt x="27042" y="2093204"/>
                  <a:pt x="0" y="2066162"/>
                  <a:pt x="0" y="2032805"/>
                </a:cubicBezTo>
                <a:lnTo>
                  <a:pt x="0" y="60399"/>
                </a:lnTo>
                <a:cubicBezTo>
                  <a:pt x="0" y="27042"/>
                  <a:pt x="27042" y="0"/>
                  <a:pt x="60399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72183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91B095-F91D-7FB0-53F5-8FA8B30A5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reeform: Shape 39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84F14D9-B8B6-BDB3-3899-18E74A4C8B93}"/>
              </a:ext>
            </a:extLst>
          </p:cNvPr>
          <p:cNvSpPr/>
          <p:nvPr/>
        </p:nvSpPr>
        <p:spPr>
          <a:xfrm>
            <a:off x="6674691" y="4928595"/>
            <a:ext cx="361950" cy="361950"/>
          </a:xfrm>
          <a:custGeom>
            <a:avLst/>
            <a:gdLst>
              <a:gd name="connsiteX0" fmla="*/ 227210 w 361950"/>
              <a:gd name="connsiteY0" fmla="*/ 106170 h 361950"/>
              <a:gd name="connsiteX1" fmla="*/ 298648 w 361950"/>
              <a:gd name="connsiteY1" fmla="*/ 177608 h 361950"/>
              <a:gd name="connsiteX2" fmla="*/ 298648 w 361950"/>
              <a:gd name="connsiteY2" fmla="*/ 184342 h 361950"/>
              <a:gd name="connsiteX3" fmla="*/ 227210 w 361950"/>
              <a:gd name="connsiteY3" fmla="*/ 255779 h 361950"/>
              <a:gd name="connsiteX4" fmla="*/ 227093 w 361950"/>
              <a:gd name="connsiteY4" fmla="*/ 255897 h 361950"/>
              <a:gd name="connsiteX5" fmla="*/ 220359 w 361950"/>
              <a:gd name="connsiteY5" fmla="*/ 255779 h 361950"/>
              <a:gd name="connsiteX6" fmla="*/ 220476 w 361950"/>
              <a:gd name="connsiteY6" fmla="*/ 249045 h 361950"/>
              <a:gd name="connsiteX7" fmla="*/ 283703 w 361950"/>
              <a:gd name="connsiteY7" fmla="*/ 185818 h 361950"/>
              <a:gd name="connsiteX8" fmla="*/ 283717 w 361950"/>
              <a:gd name="connsiteY8" fmla="*/ 185785 h 361950"/>
              <a:gd name="connsiteX9" fmla="*/ 283670 w 361950"/>
              <a:gd name="connsiteY9" fmla="*/ 185737 h 361950"/>
              <a:gd name="connsiteX10" fmla="*/ 63504 w 361950"/>
              <a:gd name="connsiteY10" fmla="*/ 185737 h 361950"/>
              <a:gd name="connsiteX11" fmla="*/ 58741 w 361950"/>
              <a:gd name="connsiteY11" fmla="*/ 180975 h 361950"/>
              <a:gd name="connsiteX12" fmla="*/ 63504 w 361950"/>
              <a:gd name="connsiteY12" fmla="*/ 176212 h 361950"/>
              <a:gd name="connsiteX13" fmla="*/ 283670 w 361950"/>
              <a:gd name="connsiteY13" fmla="*/ 176212 h 361950"/>
              <a:gd name="connsiteX14" fmla="*/ 283703 w 361950"/>
              <a:gd name="connsiteY14" fmla="*/ 176131 h 361950"/>
              <a:gd name="connsiteX15" fmla="*/ 220476 w 361950"/>
              <a:gd name="connsiteY15" fmla="*/ 112904 h 361950"/>
              <a:gd name="connsiteX16" fmla="*/ 220476 w 361950"/>
              <a:gd name="connsiteY16" fmla="*/ 106287 h 361950"/>
              <a:gd name="connsiteX17" fmla="*/ 227210 w 361950"/>
              <a:gd name="connsiteY17" fmla="*/ 106170 h 361950"/>
              <a:gd name="connsiteX18" fmla="*/ 180975 w 361950"/>
              <a:gd name="connsiteY18" fmla="*/ 9525 h 361950"/>
              <a:gd name="connsiteX19" fmla="*/ 9525 w 361950"/>
              <a:gd name="connsiteY19" fmla="*/ 180975 h 361950"/>
              <a:gd name="connsiteX20" fmla="*/ 180975 w 361950"/>
              <a:gd name="connsiteY20" fmla="*/ 352425 h 361950"/>
              <a:gd name="connsiteX21" fmla="*/ 352425 w 361950"/>
              <a:gd name="connsiteY21" fmla="*/ 180975 h 361950"/>
              <a:gd name="connsiteX22" fmla="*/ 180975 w 361950"/>
              <a:gd name="connsiteY22" fmla="*/ 9525 h 361950"/>
              <a:gd name="connsiteX23" fmla="*/ 180975 w 361950"/>
              <a:gd name="connsiteY23" fmla="*/ 0 h 361950"/>
              <a:gd name="connsiteX24" fmla="*/ 361950 w 361950"/>
              <a:gd name="connsiteY24" fmla="*/ 180975 h 361950"/>
              <a:gd name="connsiteX25" fmla="*/ 180975 w 361950"/>
              <a:gd name="connsiteY25" fmla="*/ 361950 h 361950"/>
              <a:gd name="connsiteX26" fmla="*/ 0 w 361950"/>
              <a:gd name="connsiteY26" fmla="*/ 180975 h 361950"/>
              <a:gd name="connsiteX27" fmla="*/ 180975 w 361950"/>
              <a:gd name="connsiteY27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61950" h="361950">
                <a:moveTo>
                  <a:pt x="227210" y="106170"/>
                </a:moveTo>
                <a:lnTo>
                  <a:pt x="298648" y="177608"/>
                </a:lnTo>
                <a:cubicBezTo>
                  <a:pt x="300507" y="179467"/>
                  <a:pt x="300507" y="182482"/>
                  <a:pt x="298648" y="184342"/>
                </a:cubicBezTo>
                <a:lnTo>
                  <a:pt x="227210" y="255779"/>
                </a:lnTo>
                <a:cubicBezTo>
                  <a:pt x="227172" y="255819"/>
                  <a:pt x="227133" y="255858"/>
                  <a:pt x="227093" y="255897"/>
                </a:cubicBezTo>
                <a:cubicBezTo>
                  <a:pt x="225202" y="257724"/>
                  <a:pt x="222186" y="257672"/>
                  <a:pt x="220359" y="255779"/>
                </a:cubicBezTo>
                <a:cubicBezTo>
                  <a:pt x="218532" y="253887"/>
                  <a:pt x="218584" y="250873"/>
                  <a:pt x="220476" y="249045"/>
                </a:cubicBezTo>
                <a:lnTo>
                  <a:pt x="283703" y="185818"/>
                </a:lnTo>
                <a:cubicBezTo>
                  <a:pt x="283712" y="185810"/>
                  <a:pt x="283717" y="185798"/>
                  <a:pt x="283717" y="185785"/>
                </a:cubicBezTo>
                <a:cubicBezTo>
                  <a:pt x="283717" y="185759"/>
                  <a:pt x="283696" y="185738"/>
                  <a:pt x="283670" y="185737"/>
                </a:cubicBezTo>
                <a:lnTo>
                  <a:pt x="63504" y="185737"/>
                </a:lnTo>
                <a:cubicBezTo>
                  <a:pt x="60873" y="185737"/>
                  <a:pt x="58741" y="183605"/>
                  <a:pt x="58741" y="180975"/>
                </a:cubicBezTo>
                <a:cubicBezTo>
                  <a:pt x="58741" y="178344"/>
                  <a:pt x="60873" y="176212"/>
                  <a:pt x="63504" y="176212"/>
                </a:cubicBezTo>
                <a:lnTo>
                  <a:pt x="283670" y="176212"/>
                </a:lnTo>
                <a:cubicBezTo>
                  <a:pt x="283732" y="176212"/>
                  <a:pt x="283746" y="176174"/>
                  <a:pt x="283703" y="176131"/>
                </a:cubicBezTo>
                <a:lnTo>
                  <a:pt x="220476" y="112904"/>
                </a:lnTo>
                <a:cubicBezTo>
                  <a:pt x="218694" y="111059"/>
                  <a:pt x="218694" y="108133"/>
                  <a:pt x="220476" y="106287"/>
                </a:cubicBezTo>
                <a:cubicBezTo>
                  <a:pt x="222304" y="104395"/>
                  <a:pt x="225318" y="104342"/>
                  <a:pt x="227210" y="106170"/>
                </a:cubicBezTo>
                <a:close/>
                <a:moveTo>
                  <a:pt x="180975" y="9525"/>
                </a:moveTo>
                <a:cubicBezTo>
                  <a:pt x="86327" y="9624"/>
                  <a:pt x="9624" y="86327"/>
                  <a:pt x="9525" y="180975"/>
                </a:cubicBezTo>
                <a:cubicBezTo>
                  <a:pt x="9525" y="275664"/>
                  <a:pt x="86286" y="352425"/>
                  <a:pt x="180975" y="352425"/>
                </a:cubicBezTo>
                <a:cubicBezTo>
                  <a:pt x="275664" y="352425"/>
                  <a:pt x="352425" y="275664"/>
                  <a:pt x="352425" y="180975"/>
                </a:cubicBezTo>
                <a:cubicBezTo>
                  <a:pt x="352425" y="86285"/>
                  <a:pt x="275664" y="9525"/>
                  <a:pt x="180975" y="9525"/>
                </a:cubicBezTo>
                <a:close/>
                <a:moveTo>
                  <a:pt x="180975" y="0"/>
                </a:moveTo>
                <a:cubicBezTo>
                  <a:pt x="280925" y="0"/>
                  <a:pt x="361950" y="81025"/>
                  <a:pt x="361950" y="180975"/>
                </a:cubicBezTo>
                <a:cubicBezTo>
                  <a:pt x="361950" y="280925"/>
                  <a:pt x="280925" y="361950"/>
                  <a:pt x="180975" y="361950"/>
                </a:cubicBezTo>
                <a:cubicBezTo>
                  <a:pt x="81026" y="361950"/>
                  <a:pt x="0" y="280925"/>
                  <a:pt x="0" y="180975"/>
                </a:cubicBezTo>
                <a:cubicBezTo>
                  <a:pt x="0" y="81025"/>
                  <a:pt x="81026" y="0"/>
                  <a:pt x="180975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Freeform: Shape 40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8B7E1D0-9E52-D898-85A0-53DD1B6888B4}"/>
              </a:ext>
            </a:extLst>
          </p:cNvPr>
          <p:cNvSpPr/>
          <p:nvPr/>
        </p:nvSpPr>
        <p:spPr>
          <a:xfrm flipH="1">
            <a:off x="6042024" y="4928595"/>
            <a:ext cx="361950" cy="361950"/>
          </a:xfrm>
          <a:custGeom>
            <a:avLst/>
            <a:gdLst>
              <a:gd name="connsiteX0" fmla="*/ 227209 w 361950"/>
              <a:gd name="connsiteY0" fmla="*/ 106170 h 361950"/>
              <a:gd name="connsiteX1" fmla="*/ 220475 w 361950"/>
              <a:gd name="connsiteY1" fmla="*/ 106287 h 361950"/>
              <a:gd name="connsiteX2" fmla="*/ 220475 w 361950"/>
              <a:gd name="connsiteY2" fmla="*/ 112904 h 361950"/>
              <a:gd name="connsiteX3" fmla="*/ 283702 w 361950"/>
              <a:gd name="connsiteY3" fmla="*/ 176131 h 361950"/>
              <a:gd name="connsiteX4" fmla="*/ 283669 w 361950"/>
              <a:gd name="connsiteY4" fmla="*/ 176212 h 361950"/>
              <a:gd name="connsiteX5" fmla="*/ 63503 w 361950"/>
              <a:gd name="connsiteY5" fmla="*/ 176212 h 361950"/>
              <a:gd name="connsiteX6" fmla="*/ 58740 w 361950"/>
              <a:gd name="connsiteY6" fmla="*/ 180975 h 361950"/>
              <a:gd name="connsiteX7" fmla="*/ 63503 w 361950"/>
              <a:gd name="connsiteY7" fmla="*/ 185737 h 361950"/>
              <a:gd name="connsiteX8" fmla="*/ 283669 w 361950"/>
              <a:gd name="connsiteY8" fmla="*/ 185737 h 361950"/>
              <a:gd name="connsiteX9" fmla="*/ 283716 w 361950"/>
              <a:gd name="connsiteY9" fmla="*/ 185785 h 361950"/>
              <a:gd name="connsiteX10" fmla="*/ 283702 w 361950"/>
              <a:gd name="connsiteY10" fmla="*/ 185818 h 361950"/>
              <a:gd name="connsiteX11" fmla="*/ 220475 w 361950"/>
              <a:gd name="connsiteY11" fmla="*/ 249045 h 361950"/>
              <a:gd name="connsiteX12" fmla="*/ 220358 w 361950"/>
              <a:gd name="connsiteY12" fmla="*/ 255779 h 361950"/>
              <a:gd name="connsiteX13" fmla="*/ 227092 w 361950"/>
              <a:gd name="connsiteY13" fmla="*/ 255897 h 361950"/>
              <a:gd name="connsiteX14" fmla="*/ 227209 w 361950"/>
              <a:gd name="connsiteY14" fmla="*/ 255779 h 361950"/>
              <a:gd name="connsiteX15" fmla="*/ 298647 w 361950"/>
              <a:gd name="connsiteY15" fmla="*/ 184342 h 361950"/>
              <a:gd name="connsiteX16" fmla="*/ 298647 w 361950"/>
              <a:gd name="connsiteY16" fmla="*/ 177608 h 361950"/>
              <a:gd name="connsiteX17" fmla="*/ 180975 w 361950"/>
              <a:gd name="connsiteY17" fmla="*/ 9525 h 361950"/>
              <a:gd name="connsiteX18" fmla="*/ 352425 w 361950"/>
              <a:gd name="connsiteY18" fmla="*/ 180975 h 361950"/>
              <a:gd name="connsiteX19" fmla="*/ 180975 w 361950"/>
              <a:gd name="connsiteY19" fmla="*/ 352425 h 361950"/>
              <a:gd name="connsiteX20" fmla="*/ 9525 w 361950"/>
              <a:gd name="connsiteY20" fmla="*/ 180975 h 361950"/>
              <a:gd name="connsiteX21" fmla="*/ 180975 w 361950"/>
              <a:gd name="connsiteY21" fmla="*/ 9525 h 361950"/>
              <a:gd name="connsiteX22" fmla="*/ 180975 w 361950"/>
              <a:gd name="connsiteY22" fmla="*/ 0 h 361950"/>
              <a:gd name="connsiteX23" fmla="*/ 0 w 361950"/>
              <a:gd name="connsiteY23" fmla="*/ 180975 h 361950"/>
              <a:gd name="connsiteX24" fmla="*/ 180975 w 361950"/>
              <a:gd name="connsiteY24" fmla="*/ 361950 h 361950"/>
              <a:gd name="connsiteX25" fmla="*/ 361950 w 361950"/>
              <a:gd name="connsiteY25" fmla="*/ 180975 h 361950"/>
              <a:gd name="connsiteX26" fmla="*/ 180975 w 361950"/>
              <a:gd name="connsiteY26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1950" h="361950">
                <a:moveTo>
                  <a:pt x="227209" y="106170"/>
                </a:moveTo>
                <a:cubicBezTo>
                  <a:pt x="225317" y="104342"/>
                  <a:pt x="222303" y="104395"/>
                  <a:pt x="220475" y="106287"/>
                </a:cubicBezTo>
                <a:cubicBezTo>
                  <a:pt x="218693" y="108133"/>
                  <a:pt x="218693" y="111059"/>
                  <a:pt x="220475" y="112904"/>
                </a:cubicBezTo>
                <a:lnTo>
                  <a:pt x="283702" y="176131"/>
                </a:lnTo>
                <a:cubicBezTo>
                  <a:pt x="283745" y="176174"/>
                  <a:pt x="283731" y="176212"/>
                  <a:pt x="283669" y="176212"/>
                </a:cubicBezTo>
                <a:lnTo>
                  <a:pt x="63503" y="176212"/>
                </a:lnTo>
                <a:cubicBezTo>
                  <a:pt x="60872" y="176212"/>
                  <a:pt x="58740" y="178344"/>
                  <a:pt x="58740" y="180975"/>
                </a:cubicBezTo>
                <a:cubicBezTo>
                  <a:pt x="58740" y="183605"/>
                  <a:pt x="60872" y="185737"/>
                  <a:pt x="63503" y="185737"/>
                </a:cubicBezTo>
                <a:lnTo>
                  <a:pt x="283669" y="185737"/>
                </a:lnTo>
                <a:cubicBezTo>
                  <a:pt x="283695" y="185738"/>
                  <a:pt x="283716" y="185759"/>
                  <a:pt x="283716" y="185785"/>
                </a:cubicBezTo>
                <a:cubicBezTo>
                  <a:pt x="283716" y="185798"/>
                  <a:pt x="283711" y="185810"/>
                  <a:pt x="283702" y="185818"/>
                </a:cubicBezTo>
                <a:lnTo>
                  <a:pt x="220475" y="249045"/>
                </a:lnTo>
                <a:cubicBezTo>
                  <a:pt x="218583" y="250873"/>
                  <a:pt x="218531" y="253887"/>
                  <a:pt x="220358" y="255779"/>
                </a:cubicBezTo>
                <a:cubicBezTo>
                  <a:pt x="222185" y="257672"/>
                  <a:pt x="225201" y="257724"/>
                  <a:pt x="227092" y="255897"/>
                </a:cubicBezTo>
                <a:cubicBezTo>
                  <a:pt x="227132" y="255858"/>
                  <a:pt x="227171" y="255819"/>
                  <a:pt x="227209" y="255779"/>
                </a:cubicBezTo>
                <a:lnTo>
                  <a:pt x="298647" y="184342"/>
                </a:lnTo>
                <a:cubicBezTo>
                  <a:pt x="300506" y="182482"/>
                  <a:pt x="300506" y="179467"/>
                  <a:pt x="298647" y="177608"/>
                </a:cubicBezTo>
                <a:close/>
                <a:moveTo>
                  <a:pt x="180975" y="9525"/>
                </a:moveTo>
                <a:cubicBezTo>
                  <a:pt x="275664" y="9525"/>
                  <a:pt x="352425" y="86285"/>
                  <a:pt x="352425" y="180975"/>
                </a:cubicBezTo>
                <a:cubicBezTo>
                  <a:pt x="352425" y="275664"/>
                  <a:pt x="275664" y="352425"/>
                  <a:pt x="180975" y="352425"/>
                </a:cubicBezTo>
                <a:cubicBezTo>
                  <a:pt x="86286" y="352425"/>
                  <a:pt x="9525" y="275664"/>
                  <a:pt x="9525" y="180975"/>
                </a:cubicBezTo>
                <a:cubicBezTo>
                  <a:pt x="9624" y="86327"/>
                  <a:pt x="86327" y="9624"/>
                  <a:pt x="180975" y="9525"/>
                </a:cubicBezTo>
                <a:close/>
                <a:moveTo>
                  <a:pt x="180975" y="0"/>
                </a:moveTo>
                <a:cubicBezTo>
                  <a:pt x="81026" y="0"/>
                  <a:pt x="0" y="81025"/>
                  <a:pt x="0" y="180975"/>
                </a:cubicBezTo>
                <a:cubicBezTo>
                  <a:pt x="0" y="280925"/>
                  <a:pt x="81026" y="361950"/>
                  <a:pt x="180975" y="361950"/>
                </a:cubicBezTo>
                <a:cubicBezTo>
                  <a:pt x="280925" y="361950"/>
                  <a:pt x="361950" y="280925"/>
                  <a:pt x="361950" y="180975"/>
                </a:cubicBezTo>
                <a:cubicBezTo>
                  <a:pt x="361950" y="81025"/>
                  <a:pt x="280925" y="0"/>
                  <a:pt x="180975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04A6A55-AC97-6A2E-B78B-EECBD785AE71}"/>
              </a:ext>
            </a:extLst>
          </p:cNvPr>
          <p:cNvCxnSpPr/>
          <p:nvPr/>
        </p:nvCxnSpPr>
        <p:spPr>
          <a:xfrm>
            <a:off x="660400" y="874215"/>
            <a:ext cx="0" cy="51816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hlinkClick r:id="rId2" action="ppaction://hlinksldjump"/>
            <a:extLst>
              <a:ext uri="{FF2B5EF4-FFF2-40B4-BE49-F238E27FC236}">
                <a16:creationId xmlns:a16="http://schemas.microsoft.com/office/drawing/2014/main" id="{DE0AF5B6-538C-DAEB-FED7-98D3B88A9328}"/>
              </a:ext>
            </a:extLst>
          </p:cNvPr>
          <p:cNvSpPr/>
          <p:nvPr/>
        </p:nvSpPr>
        <p:spPr>
          <a:xfrm>
            <a:off x="571500" y="772615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hlinkClick r:id="rId3" action="ppaction://hlinksldjump"/>
            <a:extLst>
              <a:ext uri="{FF2B5EF4-FFF2-40B4-BE49-F238E27FC236}">
                <a16:creationId xmlns:a16="http://schemas.microsoft.com/office/drawing/2014/main" id="{46E0DABD-7CC8-8DAE-53BB-68F0C1465140}"/>
              </a:ext>
            </a:extLst>
          </p:cNvPr>
          <p:cNvSpPr/>
          <p:nvPr/>
        </p:nvSpPr>
        <p:spPr>
          <a:xfrm>
            <a:off x="571500" y="2056358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hlinkClick r:id="rId4" action="ppaction://hlinksldjump"/>
            <a:extLst>
              <a:ext uri="{FF2B5EF4-FFF2-40B4-BE49-F238E27FC236}">
                <a16:creationId xmlns:a16="http://schemas.microsoft.com/office/drawing/2014/main" id="{0499A2F2-8E2C-4180-C21E-C69EC59EB0DE}"/>
              </a:ext>
            </a:extLst>
          </p:cNvPr>
          <p:cNvSpPr/>
          <p:nvPr/>
        </p:nvSpPr>
        <p:spPr>
          <a:xfrm>
            <a:off x="571500" y="3340101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hlinkClick r:id="rId5" action="ppaction://hlinksldjump"/>
            <a:extLst>
              <a:ext uri="{FF2B5EF4-FFF2-40B4-BE49-F238E27FC236}">
                <a16:creationId xmlns:a16="http://schemas.microsoft.com/office/drawing/2014/main" id="{A879788D-1712-4561-D3E1-4DEC96687F4D}"/>
              </a:ext>
            </a:extLst>
          </p:cNvPr>
          <p:cNvSpPr/>
          <p:nvPr/>
        </p:nvSpPr>
        <p:spPr>
          <a:xfrm>
            <a:off x="474133" y="5852427"/>
            <a:ext cx="372532" cy="3725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>
            <a:hlinkClick r:id="rId6" action="ppaction://hlinksldjump"/>
            <a:extLst>
              <a:ext uri="{FF2B5EF4-FFF2-40B4-BE49-F238E27FC236}">
                <a16:creationId xmlns:a16="http://schemas.microsoft.com/office/drawing/2014/main" id="{F671DFAF-7499-3BD2-AA08-6E3F70A8B90A}"/>
              </a:ext>
            </a:extLst>
          </p:cNvPr>
          <p:cNvSpPr/>
          <p:nvPr/>
        </p:nvSpPr>
        <p:spPr>
          <a:xfrm>
            <a:off x="571500" y="4689397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AB0C860-DDAD-7EFE-267C-EEF72FA7C86A}"/>
              </a:ext>
            </a:extLst>
          </p:cNvPr>
          <p:cNvSpPr txBox="1"/>
          <p:nvPr/>
        </p:nvSpPr>
        <p:spPr>
          <a:xfrm>
            <a:off x="1407610" y="1262363"/>
            <a:ext cx="4499055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rs-AF" sz="2800" b="1" dirty="0">
                <a:solidFill>
                  <a:schemeClr val="bg1"/>
                </a:solidFill>
              </a:rPr>
              <a:t>4️⃣ آسیب‌های فکری و فرهنگی</a:t>
            </a:r>
          </a:p>
          <a:p>
            <a:pPr algn="r"/>
            <a:endParaRPr lang="en-US" b="1" dirty="0">
              <a:solidFill>
                <a:schemeClr val="bg1"/>
              </a:solidFill>
            </a:endParaRPr>
          </a:p>
          <a:p>
            <a:pPr algn="r"/>
            <a:r>
              <a:rPr lang="prs-AF" b="1" dirty="0">
                <a:solidFill>
                  <a:schemeClr val="bg1"/>
                </a:solidFill>
              </a:rPr>
              <a:t>از بین رفتن ارزش‌های سنتی</a:t>
            </a:r>
          </a:p>
          <a:p>
            <a:pPr algn="r"/>
            <a:r>
              <a:rPr lang="prs-AF" dirty="0">
                <a:solidFill>
                  <a:schemeClr val="bg1"/>
                </a:solidFill>
              </a:rPr>
              <a:t>یادگیری فرهنگ‌های ناسالم از طریق شبکه‌های اجتماعی.</a:t>
            </a:r>
          </a:p>
          <a:p>
            <a:pPr algn="r"/>
            <a:endParaRPr lang="en-US" b="1" dirty="0">
              <a:solidFill>
                <a:schemeClr val="bg1"/>
              </a:solidFill>
            </a:endParaRPr>
          </a:p>
          <a:p>
            <a:pPr algn="r"/>
            <a:r>
              <a:rPr lang="prs-AF" b="1" dirty="0">
                <a:solidFill>
                  <a:schemeClr val="bg1"/>
                </a:solidFill>
              </a:rPr>
              <a:t>مصرف‌گرایی</a:t>
            </a:r>
          </a:p>
          <a:p>
            <a:pPr algn="r"/>
            <a:r>
              <a:rPr lang="prs-AF" dirty="0">
                <a:solidFill>
                  <a:schemeClr val="bg1"/>
                </a:solidFill>
              </a:rPr>
              <a:t>تبلیغات زیاد باعث خریدهای بی‌جا و فشار اقتصادی می‌شود.</a:t>
            </a:r>
          </a:p>
          <a:p>
            <a:pPr algn="r"/>
            <a:endParaRPr lang="en-US" b="1" dirty="0">
              <a:solidFill>
                <a:schemeClr val="bg1"/>
              </a:solidFill>
            </a:endParaRPr>
          </a:p>
          <a:p>
            <a:pPr algn="r"/>
            <a:r>
              <a:rPr lang="prs-AF" b="1" dirty="0">
                <a:solidFill>
                  <a:schemeClr val="bg1"/>
                </a:solidFill>
              </a:rPr>
              <a:t>دور شدن از مطالعه و تفکر</a:t>
            </a:r>
          </a:p>
          <a:p>
            <a:pPr algn="r"/>
            <a:r>
              <a:rPr lang="prs-AF" dirty="0">
                <a:solidFill>
                  <a:schemeClr val="bg1"/>
                </a:solidFill>
              </a:rPr>
              <a:t>کتاب‌خوانی کمتر شده و حوصله یادگیری عمیق پایین آمده است.</a:t>
            </a:r>
          </a:p>
          <a:p>
            <a:pPr algn="r"/>
            <a:endParaRPr lang="en-US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D68D3C-6566-C73A-BFAD-D0360D382503}"/>
              </a:ext>
            </a:extLst>
          </p:cNvPr>
          <p:cNvSpPr txBox="1"/>
          <p:nvPr/>
        </p:nvSpPr>
        <p:spPr>
          <a:xfrm>
            <a:off x="8431851" y="6284247"/>
            <a:ext cx="34718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bg1"/>
                </a:solidFill>
              </a:rPr>
              <a:t>Created by: Elham Sadiqi</a:t>
            </a:r>
            <a:r>
              <a:rPr lang="prs-AF" sz="1200" dirty="0">
                <a:solidFill>
                  <a:schemeClr val="bg1"/>
                </a:solidFill>
              </a:rPr>
              <a:t> </a:t>
            </a:r>
            <a:endParaRPr lang="en-US" sz="1200" dirty="0">
              <a:solidFill>
                <a:schemeClr val="bg1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4967252-2E39-6A82-6325-EB9FE94233B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55" r="2535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50769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276</TotalTime>
  <Words>291</Words>
  <Application>Microsoft Office PowerPoint</Application>
  <PresentationFormat>Widescreen</PresentationFormat>
  <Paragraphs>53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Poppins</vt:lpstr>
      <vt:lpstr>Poppins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Dxf Ibrahim</dc:creator>
  <cp:lastModifiedBy>Elham Sadiqi</cp:lastModifiedBy>
  <cp:revision>8</cp:revision>
  <dcterms:created xsi:type="dcterms:W3CDTF">2023-10-17T00:38:49Z</dcterms:created>
  <dcterms:modified xsi:type="dcterms:W3CDTF">2025-11-26T07:37:04Z</dcterms:modified>
</cp:coreProperties>
</file>